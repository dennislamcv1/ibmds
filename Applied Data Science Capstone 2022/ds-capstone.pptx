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2" r:id="rId4"/>
  </p:sldMasterIdLst>
  <p:notesMasterIdLst>
    <p:notesMasterId r:id="rId52"/>
  </p:notesMasterIdLst>
  <p:handoutMasterIdLst>
    <p:handoutMasterId r:id="rId53"/>
  </p:handoutMasterIdLst>
  <p:sldIdLst>
    <p:sldId id="327" r:id="rId5"/>
    <p:sldId id="330" r:id="rId6"/>
    <p:sldId id="331" r:id="rId7"/>
    <p:sldId id="332" r:id="rId8"/>
    <p:sldId id="298" r:id="rId9"/>
    <p:sldId id="262" r:id="rId10"/>
    <p:sldId id="263" r:id="rId11"/>
    <p:sldId id="299" r:id="rId12"/>
    <p:sldId id="302" r:id="rId13"/>
    <p:sldId id="264" r:id="rId14"/>
    <p:sldId id="266" r:id="rId15"/>
    <p:sldId id="265" r:id="rId16"/>
    <p:sldId id="276" r:id="rId17"/>
    <p:sldId id="303" r:id="rId18"/>
    <p:sldId id="293" r:id="rId19"/>
    <p:sldId id="277" r:id="rId20"/>
    <p:sldId id="284" r:id="rId21"/>
    <p:sldId id="269" r:id="rId22"/>
    <p:sldId id="304" r:id="rId23"/>
    <p:sldId id="305" r:id="rId24"/>
    <p:sldId id="307" r:id="rId25"/>
    <p:sldId id="306" r:id="rId26"/>
    <p:sldId id="308" r:id="rId27"/>
    <p:sldId id="270" r:id="rId28"/>
    <p:sldId id="309" r:id="rId29"/>
    <p:sldId id="310" r:id="rId30"/>
    <p:sldId id="311" r:id="rId31"/>
    <p:sldId id="312" r:id="rId32"/>
    <p:sldId id="314" r:id="rId33"/>
    <p:sldId id="313" r:id="rId34"/>
    <p:sldId id="315" r:id="rId35"/>
    <p:sldId id="316" r:id="rId36"/>
    <p:sldId id="317" r:id="rId37"/>
    <p:sldId id="294" r:id="rId38"/>
    <p:sldId id="296" r:id="rId39"/>
    <p:sldId id="318" r:id="rId40"/>
    <p:sldId id="319" r:id="rId41"/>
    <p:sldId id="321" r:id="rId42"/>
    <p:sldId id="322" r:id="rId43"/>
    <p:sldId id="323" r:id="rId44"/>
    <p:sldId id="324" r:id="rId45"/>
    <p:sldId id="288" r:id="rId46"/>
    <p:sldId id="289" r:id="rId47"/>
    <p:sldId id="320" r:id="rId48"/>
    <p:sldId id="274" r:id="rId49"/>
    <p:sldId id="275" r:id="rId50"/>
    <p:sldId id="329" r:id="rId51"/>
  </p:sldIdLst>
  <p:sldSz cx="12192000" cy="6858000"/>
  <p:notesSz cx="6858000" cy="18573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se Malcolm" initials="RM" lastIdx="1" clrIdx="0">
    <p:extLst>
      <p:ext uri="{19B8F6BF-5375-455C-9EA6-DF929625EA0E}">
        <p15:presenceInfo xmlns:p15="http://schemas.microsoft.com/office/powerpoint/2012/main" userId="Rose Malcolm" providerId="None"/>
      </p:ext>
    </p:extLst>
  </p:cmAuthor>
  <p:cmAuthor id="2" name="Rose Malcolm" initials="RM [2]" lastIdx="7" clrIdx="1">
    <p:extLst>
      <p:ext uri="{19B8F6BF-5375-455C-9EA6-DF929625EA0E}">
        <p15:presenceInfo xmlns:p15="http://schemas.microsoft.com/office/powerpoint/2012/main" userId="17c9fa32013483c0" providerId="Windows Live"/>
      </p:ext>
    </p:extLst>
  </p:cmAuthor>
  <p:cmAuthor id="3" name="Ramesh Sannareddy" initials="RS" lastIdx="7" clrIdx="2">
    <p:extLst>
      <p:ext uri="{19B8F6BF-5375-455C-9EA6-DF929625EA0E}">
        <p15:presenceInfo xmlns:p15="http://schemas.microsoft.com/office/powerpoint/2012/main" userId="YZ5PSXVD06EfD4/04RF+4IpszM4ZmL7FtUZDJf4jPLA=" providerId="None"/>
      </p:ext>
    </p:extLst>
  </p:cmAuthor>
  <p:cmAuthor id="4" name="UPKAR LIDDER" initials="UL" lastIdx="2" clrIdx="3"/>
  <p:cmAuthor id="5" name="Leon Katsnelson" initials="LK" lastIdx="21" clrIdx="4">
    <p:extLst>
      <p:ext uri="{19B8F6BF-5375-455C-9EA6-DF929625EA0E}">
        <p15:presenceInfo xmlns:p15="http://schemas.microsoft.com/office/powerpoint/2012/main" userId="S::leon@ca.ibm.com::68697268-d1ba-4c91-8538-7f4d439d4f70" providerId="AD"/>
      </p:ext>
    </p:extLst>
  </p:cmAuthor>
  <p:cmAuthor id="6" name="YAN LUO" initials="YL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1619"/>
    <a:srgbClr val="0948CB"/>
    <a:srgbClr val="0B49CB"/>
    <a:srgbClr val="F2F4F8"/>
    <a:srgbClr val="1C7DDB"/>
    <a:srgbClr val="F2F2F2"/>
    <a:srgbClr val="145579"/>
    <a:srgbClr val="3A6483"/>
    <a:srgbClr val="204E79"/>
    <a:srgbClr val="0054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8C9EB8-3540-3DFA-9212-535EE18E0E11}" v="77" dt="2021-07-12T20:33:42.116"/>
    <p1510:client id="{10340FDF-B15C-4CFF-B487-146F9B98A252}" v="28" dt="2021-08-10T21:47:37.589"/>
    <p1510:client id="{3BA0D230-C853-4667-83F9-D85E65BD4B24}" v="2" dt="2021-08-19T16:32:24.566"/>
    <p1510:client id="{5A0AAAB8-49A6-F942-A54D-C6F3E5FF3A63}" v="89" dt="2021-07-13T17:54:45.232"/>
    <p1510:client id="{76DF6DB8-F2E5-6C48-9ABE-786D868B0110}" v="955" dt="2021-07-13T17:56:41.616"/>
    <p1510:client id="{7FB42E05-DEC9-4126-B474-47B35F363E13}" v="30" dt="2021-07-12T20:25:12.855"/>
    <p1510:client id="{82D0390A-222A-332D-F9F9-70D15093EB60}" v="22" dt="2021-07-13T17:51:30.429"/>
    <p1510:client id="{86B35720-4193-446F-B2D5-9AD9984A55EF}" v="513" dt="2021-08-19T14:59:06.521"/>
    <p1510:client id="{998F4E3E-1A76-4A6B-98B6-08752F3768B3}" v="4" dt="2021-08-10T21:41:11.021"/>
    <p1510:client id="{9F30A1D2-6717-426C-A658-3A50309723ED}" v="4" dt="2021-08-10T21:42:35.526"/>
    <p1510:client id="{B63C8988-E1D3-4A52-8229-FA8C5EBD2ECD}" v="357" dt="2021-08-19T14:01:44.876"/>
    <p1510:client id="{C083896D-BE66-E85C-897C-A6AD0DF65F8C}" v="2226" dt="2021-07-13T17:34:38.142"/>
    <p1510:client id="{CC69BAD0-B878-4D5F-9EDC-F1CFB63E14B5}" v="190" dt="2021-08-18T18:06:57.811"/>
  </p1510:revLst>
</p1510:revInfo>
</file>

<file path=ppt/tableStyles.xml><?xml version="1.0" encoding="utf-8"?>
<a:tblStyleLst xmlns:a="http://schemas.openxmlformats.org/drawingml/2006/main" def="{5C22544A-7EE6-4342-B048-85BDC9FD1C3A}"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1"/>
    <p:restoredTop sz="85174"/>
  </p:normalViewPr>
  <p:slideViewPr>
    <p:cSldViewPr snapToGrid="0" snapToObjects="1">
      <p:cViewPr>
        <p:scale>
          <a:sx n="100" d="100"/>
          <a:sy n="100" d="100"/>
        </p:scale>
        <p:origin x="48" y="-2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handoutMaster" Target="handoutMasters/handoutMaster1.xml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naasgaraly@ibm.com" clId="Web-{CC69BAD0-B878-4D5F-9EDC-F1CFB63E14B5}"/>
    <pc:docChg chg="modSld">
      <pc:chgData name="annaasgaraly@ibm.com" userId="" providerId="" clId="Web-{CC69BAD0-B878-4D5F-9EDC-F1CFB63E14B5}" dt="2021-08-18T18:06:57.811" v="102"/>
      <pc:docMkLst>
        <pc:docMk/>
      </pc:docMkLst>
      <pc:sldChg chg="modSp mod setBg">
        <pc:chgData name="annaasgaraly@ibm.com" userId="" providerId="" clId="Web-{CC69BAD0-B878-4D5F-9EDC-F1CFB63E14B5}" dt="2021-08-18T18:06:06.057" v="76"/>
        <pc:sldMkLst>
          <pc:docMk/>
          <pc:sldMk cId="1553432724" sldId="262"/>
        </pc:sldMkLst>
        <pc:spChg chg="mod">
          <ac:chgData name="annaasgaraly@ibm.com" userId="" providerId="" clId="Web-{CC69BAD0-B878-4D5F-9EDC-F1CFB63E14B5}" dt="2021-08-18T18:01:46.694" v="21" actId="20577"/>
          <ac:spMkLst>
            <pc:docMk/>
            <pc:sldMk cId="1553432724" sldId="262"/>
            <ac:spMk id="7" creationId="{0BFEC426-B615-E549-83E5-140FD588BC64}"/>
          </ac:spMkLst>
        </pc:spChg>
        <pc:spChg chg="mod">
          <ac:chgData name="annaasgaraly@ibm.com" userId="" providerId="" clId="Web-{CC69BAD0-B878-4D5F-9EDC-F1CFB63E14B5}" dt="2021-08-18T18:01:43.726" v="19" actId="20577"/>
          <ac:spMkLst>
            <pc:docMk/>
            <pc:sldMk cId="1553432724" sldId="262"/>
            <ac:spMk id="13" creationId="{13C62649-0825-4926-8E2A-2EBCCFE00ECC}"/>
          </ac:spMkLst>
        </pc:spChg>
      </pc:sldChg>
      <pc:sldChg chg="modSp mod setBg">
        <pc:chgData name="annaasgaraly@ibm.com" userId="" providerId="" clId="Web-{CC69BAD0-B878-4D5F-9EDC-F1CFB63E14B5}" dt="2021-08-18T18:06:03.604" v="66"/>
        <pc:sldMkLst>
          <pc:docMk/>
          <pc:sldMk cId="3288665831" sldId="263"/>
        </pc:sldMkLst>
        <pc:spChg chg="mod">
          <ac:chgData name="annaasgaraly@ibm.com" userId="" providerId="" clId="Web-{CC69BAD0-B878-4D5F-9EDC-F1CFB63E14B5}" dt="2021-08-18T18:01:49.617" v="22" actId="20577"/>
          <ac:spMkLst>
            <pc:docMk/>
            <pc:sldMk cId="3288665831" sldId="263"/>
            <ac:spMk id="12" creationId="{D77AC1D2-8B41-4A7A-88CF-41E6B7D8C98D}"/>
          </ac:spMkLst>
        </pc:spChg>
      </pc:sldChg>
      <pc:sldChg chg="modSp mod setBg">
        <pc:chgData name="annaasgaraly@ibm.com" userId="" providerId="" clId="Web-{CC69BAD0-B878-4D5F-9EDC-F1CFB63E14B5}" dt="2021-08-18T18:06:04.338" v="69"/>
        <pc:sldMkLst>
          <pc:docMk/>
          <pc:sldMk cId="2987552906" sldId="264"/>
        </pc:sldMkLst>
        <pc:spChg chg="mod">
          <ac:chgData name="annaasgaraly@ibm.com" userId="" providerId="" clId="Web-{CC69BAD0-B878-4D5F-9EDC-F1CFB63E14B5}" dt="2021-08-18T18:02:01.914" v="25" actId="20577"/>
          <ac:spMkLst>
            <pc:docMk/>
            <pc:sldMk cId="2987552906" sldId="264"/>
            <ac:spMk id="8" creationId="{2A665A13-3129-46DF-B847-F273F3E96BE6}"/>
          </ac:spMkLst>
        </pc:spChg>
      </pc:sldChg>
      <pc:sldChg chg="modSp mod setBg">
        <pc:chgData name="annaasgaraly@ibm.com" userId="" providerId="" clId="Web-{CC69BAD0-B878-4D5F-9EDC-F1CFB63E14B5}" dt="2021-08-18T18:06:04.807" v="71"/>
        <pc:sldMkLst>
          <pc:docMk/>
          <pc:sldMk cId="1578726356" sldId="265"/>
        </pc:sldMkLst>
        <pc:spChg chg="mod">
          <ac:chgData name="annaasgaraly@ibm.com" userId="" providerId="" clId="Web-{CC69BAD0-B878-4D5F-9EDC-F1CFB63E14B5}" dt="2021-08-18T18:02:09.180" v="27" actId="20577"/>
          <ac:spMkLst>
            <pc:docMk/>
            <pc:sldMk cId="1578726356" sldId="265"/>
            <ac:spMk id="3" creationId="{32405FDA-CB27-4506-BA80-B7DD00CB25C5}"/>
          </ac:spMkLst>
        </pc:spChg>
      </pc:sldChg>
      <pc:sldChg chg="modSp mod setBg">
        <pc:chgData name="annaasgaraly@ibm.com" userId="" providerId="" clId="Web-{CC69BAD0-B878-4D5F-9EDC-F1CFB63E14B5}" dt="2021-08-18T18:06:04.573" v="70"/>
        <pc:sldMkLst>
          <pc:docMk/>
          <pc:sldMk cId="779971636" sldId="266"/>
        </pc:sldMkLst>
        <pc:spChg chg="mod">
          <ac:chgData name="annaasgaraly@ibm.com" userId="" providerId="" clId="Web-{CC69BAD0-B878-4D5F-9EDC-F1CFB63E14B5}" dt="2021-08-18T18:02:05.805" v="26" actId="20577"/>
          <ac:spMkLst>
            <pc:docMk/>
            <pc:sldMk cId="779971636" sldId="266"/>
            <ac:spMk id="3" creationId="{D9E97D81-A978-4758-8A93-47C19B104075}"/>
          </ac:spMkLst>
        </pc:spChg>
      </pc:sldChg>
      <pc:sldChg chg="modSp mod setBg">
        <pc:chgData name="annaasgaraly@ibm.com" userId="" providerId="" clId="Web-{CC69BAD0-B878-4D5F-9EDC-F1CFB63E14B5}" dt="2021-08-18T18:06:17.246" v="82"/>
        <pc:sldMkLst>
          <pc:docMk/>
          <pc:sldMk cId="3865605948" sldId="269"/>
        </pc:sldMkLst>
        <pc:spChg chg="mod">
          <ac:chgData name="annaasgaraly@ibm.com" userId="" providerId="" clId="Web-{CC69BAD0-B878-4D5F-9EDC-F1CFB63E14B5}" dt="2021-08-18T18:02:27.041" v="32" actId="20577"/>
          <ac:spMkLst>
            <pc:docMk/>
            <pc:sldMk cId="3865605948" sldId="269"/>
            <ac:spMk id="4" creationId="{54F4FCC5-6E7E-4FF0-BE45-680EEC392C9F}"/>
          </ac:spMkLst>
        </pc:spChg>
      </pc:sldChg>
      <pc:sldChg chg="modSp mod setBg">
        <pc:chgData name="annaasgaraly@ibm.com" userId="" providerId="" clId="Web-{CC69BAD0-B878-4D5F-9EDC-F1CFB63E14B5}" dt="2021-08-18T18:06:32.169" v="92"/>
        <pc:sldMkLst>
          <pc:docMk/>
          <pc:sldMk cId="2727850971" sldId="270"/>
        </pc:sldMkLst>
        <pc:spChg chg="mod">
          <ac:chgData name="annaasgaraly@ibm.com" userId="" providerId="" clId="Web-{CC69BAD0-B878-4D5F-9EDC-F1CFB63E14B5}" dt="2021-08-18T18:02:51.855" v="38" actId="20577"/>
          <ac:spMkLst>
            <pc:docMk/>
            <pc:sldMk cId="2727850971" sldId="270"/>
            <ac:spMk id="3" creationId="{86E60219-AE1B-47B6-9A1D-F2865D04BE52}"/>
          </ac:spMkLst>
        </pc:spChg>
      </pc:sldChg>
      <pc:sldChg chg="modSp mod setBg">
        <pc:chgData name="annaasgaraly@ibm.com" userId="" providerId="" clId="Web-{CC69BAD0-B878-4D5F-9EDC-F1CFB63E14B5}" dt="2021-08-18T18:06:57.358" v="100"/>
        <pc:sldMkLst>
          <pc:docMk/>
          <pc:sldMk cId="1630123617" sldId="274"/>
        </pc:sldMkLst>
        <pc:spChg chg="mod">
          <ac:chgData name="annaasgaraly@ibm.com" userId="" providerId="" clId="Web-{CC69BAD0-B878-4D5F-9EDC-F1CFB63E14B5}" dt="2021-08-18T18:04:11.221" v="58" actId="20577"/>
          <ac:spMkLst>
            <pc:docMk/>
            <pc:sldMk cId="1630123617" sldId="274"/>
            <ac:spMk id="9" creationId="{FB98079A-48C6-4E10-8AB1-B940BD1E42DF}"/>
          </ac:spMkLst>
        </pc:spChg>
      </pc:sldChg>
      <pc:sldChg chg="modSp mod setBg">
        <pc:chgData name="annaasgaraly@ibm.com" userId="" providerId="" clId="Web-{CC69BAD0-B878-4D5F-9EDC-F1CFB63E14B5}" dt="2021-08-18T18:06:57.592" v="101"/>
        <pc:sldMkLst>
          <pc:docMk/>
          <pc:sldMk cId="3410008520" sldId="275"/>
        </pc:sldMkLst>
        <pc:spChg chg="mod">
          <ac:chgData name="annaasgaraly@ibm.com" userId="" providerId="" clId="Web-{CC69BAD0-B878-4D5F-9EDC-F1CFB63E14B5}" dt="2021-08-18T18:04:14.549" v="59" actId="20577"/>
          <ac:spMkLst>
            <pc:docMk/>
            <pc:sldMk cId="3410008520" sldId="275"/>
            <ac:spMk id="11" creationId="{60F8A56C-5EE1-4DBF-842D-C2A130AA680E}"/>
          </ac:spMkLst>
        </pc:spChg>
      </pc:sldChg>
      <pc:sldChg chg="modSp mod setBg">
        <pc:chgData name="annaasgaraly@ibm.com" userId="" providerId="" clId="Web-{CC69BAD0-B878-4D5F-9EDC-F1CFB63E14B5}" dt="2021-08-18T18:06:05.057" v="72"/>
        <pc:sldMkLst>
          <pc:docMk/>
          <pc:sldMk cId="148114319" sldId="276"/>
        </pc:sldMkLst>
        <pc:spChg chg="mod">
          <ac:chgData name="annaasgaraly@ibm.com" userId="" providerId="" clId="Web-{CC69BAD0-B878-4D5F-9EDC-F1CFB63E14B5}" dt="2021-08-18T18:02:12.915" v="28" actId="20577"/>
          <ac:spMkLst>
            <pc:docMk/>
            <pc:sldMk cId="148114319" sldId="276"/>
            <ac:spMk id="3" creationId="{B28946E4-5BEF-46F0-A56A-E7E85ACA148F}"/>
          </ac:spMkLst>
        </pc:spChg>
      </pc:sldChg>
      <pc:sldChg chg="modSp mod setBg">
        <pc:chgData name="annaasgaraly@ibm.com" userId="" providerId="" clId="Web-{CC69BAD0-B878-4D5F-9EDC-F1CFB63E14B5}" dt="2021-08-18T18:06:05.792" v="75"/>
        <pc:sldMkLst>
          <pc:docMk/>
          <pc:sldMk cId="321008965" sldId="277"/>
        </pc:sldMkLst>
        <pc:spChg chg="mod">
          <ac:chgData name="annaasgaraly@ibm.com" userId="" providerId="" clId="Web-{CC69BAD0-B878-4D5F-9EDC-F1CFB63E14B5}" dt="2021-08-18T18:02:23.244" v="31" actId="20577"/>
          <ac:spMkLst>
            <pc:docMk/>
            <pc:sldMk cId="321008965" sldId="277"/>
            <ac:spMk id="7" creationId="{330F9542-6794-4F57-BB45-868D94AD06B0}"/>
          </ac:spMkLst>
        </pc:spChg>
      </pc:sldChg>
      <pc:sldChg chg="mod setBg">
        <pc:chgData name="annaasgaraly@ibm.com" userId="" providerId="" clId="Web-{CC69BAD0-B878-4D5F-9EDC-F1CFB63E14B5}" dt="2021-08-18T17:50:32.723" v="3"/>
        <pc:sldMkLst>
          <pc:docMk/>
          <pc:sldMk cId="3181088097" sldId="278"/>
        </pc:sldMkLst>
      </pc:sldChg>
      <pc:sldChg chg="mod setBg">
        <pc:chgData name="annaasgaraly@ibm.com" userId="" providerId="" clId="Web-{CC69BAD0-B878-4D5F-9EDC-F1CFB63E14B5}" dt="2021-08-18T17:50:22.097" v="2"/>
        <pc:sldMkLst>
          <pc:docMk/>
          <pc:sldMk cId="178270660" sldId="284"/>
        </pc:sldMkLst>
      </pc:sldChg>
      <pc:sldChg chg="mod setBg">
        <pc:chgData name="annaasgaraly@ibm.com" userId="" providerId="" clId="Web-{CC69BAD0-B878-4D5F-9EDC-F1CFB63E14B5}" dt="2021-08-18T17:51:05.491" v="6"/>
        <pc:sldMkLst>
          <pc:docMk/>
          <pc:sldMk cId="1290394134" sldId="288"/>
        </pc:sldMkLst>
      </pc:sldChg>
      <pc:sldChg chg="modSp mod setBg">
        <pc:chgData name="annaasgaraly@ibm.com" userId="" providerId="" clId="Web-{CC69BAD0-B878-4D5F-9EDC-F1CFB63E14B5}" dt="2021-08-18T18:06:57.811" v="102"/>
        <pc:sldMkLst>
          <pc:docMk/>
          <pc:sldMk cId="2459446073" sldId="289"/>
        </pc:sldMkLst>
        <pc:spChg chg="mod">
          <ac:chgData name="annaasgaraly@ibm.com" userId="" providerId="" clId="Web-{CC69BAD0-B878-4D5F-9EDC-F1CFB63E14B5}" dt="2021-08-18T18:04:04.486" v="56" actId="20577"/>
          <ac:spMkLst>
            <pc:docMk/>
            <pc:sldMk cId="2459446073" sldId="289"/>
            <ac:spMk id="9" creationId="{B68D8986-45AC-4FB5-96E8-C45F9603EB5E}"/>
          </ac:spMkLst>
        </pc:spChg>
      </pc:sldChg>
      <pc:sldChg chg="modSp mod setBg">
        <pc:chgData name="annaasgaraly@ibm.com" userId="" providerId="" clId="Web-{CC69BAD0-B878-4D5F-9EDC-F1CFB63E14B5}" dt="2021-08-18T18:06:05.542" v="74"/>
        <pc:sldMkLst>
          <pc:docMk/>
          <pc:sldMk cId="1813711241" sldId="293"/>
        </pc:sldMkLst>
        <pc:spChg chg="mod">
          <ac:chgData name="annaasgaraly@ibm.com" userId="" providerId="" clId="Web-{CC69BAD0-B878-4D5F-9EDC-F1CFB63E14B5}" dt="2021-08-18T18:02:20.025" v="30" actId="20577"/>
          <ac:spMkLst>
            <pc:docMk/>
            <pc:sldMk cId="1813711241" sldId="293"/>
            <ac:spMk id="3" creationId="{FC857EDD-A3A7-434D-B8D5-401E872498DA}"/>
          </ac:spMkLst>
        </pc:spChg>
      </pc:sldChg>
      <pc:sldChg chg="mod setBg">
        <pc:chgData name="annaasgaraly@ibm.com" userId="" providerId="" clId="Web-{CC69BAD0-B878-4D5F-9EDC-F1CFB63E14B5}" dt="2021-08-18T17:50:45.396" v="4"/>
        <pc:sldMkLst>
          <pc:docMk/>
          <pc:sldMk cId="1023352497" sldId="294"/>
        </pc:sldMkLst>
      </pc:sldChg>
      <pc:sldChg chg="modSp mod setBg">
        <pc:chgData name="annaasgaraly@ibm.com" userId="" providerId="" clId="Web-{CC69BAD0-B878-4D5F-9EDC-F1CFB63E14B5}" dt="2021-08-18T18:06:41.169" v="95"/>
        <pc:sldMkLst>
          <pc:docMk/>
          <pc:sldMk cId="981671777" sldId="296"/>
        </pc:sldMkLst>
        <pc:spChg chg="mod">
          <ac:chgData name="annaasgaraly@ibm.com" userId="" providerId="" clId="Web-{CC69BAD0-B878-4D5F-9EDC-F1CFB63E14B5}" dt="2021-08-18T18:03:39.203" v="50" actId="20577"/>
          <ac:spMkLst>
            <pc:docMk/>
            <pc:sldMk cId="981671777" sldId="296"/>
            <ac:spMk id="2" creationId="{54176327-8CC4-4356-8BBB-DC4965CE9857}"/>
          </ac:spMkLst>
        </pc:spChg>
      </pc:sldChg>
      <pc:sldChg chg="mod setBg">
        <pc:chgData name="annaasgaraly@ibm.com" userId="" providerId="" clId="Web-{CC69BAD0-B878-4D5F-9EDC-F1CFB63E14B5}" dt="2021-08-18T17:50:06.440" v="1"/>
        <pc:sldMkLst>
          <pc:docMk/>
          <pc:sldMk cId="3093198887" sldId="298"/>
        </pc:sldMkLst>
      </pc:sldChg>
      <pc:sldChg chg="modSp mod setBg">
        <pc:chgData name="annaasgaraly@ibm.com" userId="" providerId="" clId="Web-{CC69BAD0-B878-4D5F-9EDC-F1CFB63E14B5}" dt="2021-08-18T18:06:03.854" v="67"/>
        <pc:sldMkLst>
          <pc:docMk/>
          <pc:sldMk cId="280316088" sldId="299"/>
        </pc:sldMkLst>
        <pc:spChg chg="mod">
          <ac:chgData name="annaasgaraly@ibm.com" userId="" providerId="" clId="Web-{CC69BAD0-B878-4D5F-9EDC-F1CFB63E14B5}" dt="2021-08-18T18:01:53.336" v="23" actId="20577"/>
          <ac:spMkLst>
            <pc:docMk/>
            <pc:sldMk cId="280316088" sldId="299"/>
            <ac:spMk id="4" creationId="{5066AA34-20EE-4A59-B343-346A8DB5667C}"/>
          </ac:spMkLst>
        </pc:spChg>
      </pc:sldChg>
      <pc:sldChg chg="modSp mod setBg">
        <pc:chgData name="annaasgaraly@ibm.com" userId="" providerId="" clId="Web-{CC69BAD0-B878-4D5F-9EDC-F1CFB63E14B5}" dt="2021-08-18T18:06:04.104" v="68"/>
        <pc:sldMkLst>
          <pc:docMk/>
          <pc:sldMk cId="1385553969" sldId="302"/>
        </pc:sldMkLst>
        <pc:spChg chg="mod">
          <ac:chgData name="annaasgaraly@ibm.com" userId="" providerId="" clId="Web-{CC69BAD0-B878-4D5F-9EDC-F1CFB63E14B5}" dt="2021-08-18T18:01:58.227" v="24" actId="20577"/>
          <ac:spMkLst>
            <pc:docMk/>
            <pc:sldMk cId="1385553969" sldId="302"/>
            <ac:spMk id="11" creationId="{84F5ABFD-B4D4-43FF-959F-AFAF45B45269}"/>
          </ac:spMkLst>
        </pc:spChg>
      </pc:sldChg>
      <pc:sldChg chg="modSp mod setBg">
        <pc:chgData name="annaasgaraly@ibm.com" userId="" providerId="" clId="Web-{CC69BAD0-B878-4D5F-9EDC-F1CFB63E14B5}" dt="2021-08-18T18:06:05.307" v="73"/>
        <pc:sldMkLst>
          <pc:docMk/>
          <pc:sldMk cId="334532777" sldId="303"/>
        </pc:sldMkLst>
        <pc:spChg chg="mod">
          <ac:chgData name="annaasgaraly@ibm.com" userId="" providerId="" clId="Web-{CC69BAD0-B878-4D5F-9EDC-F1CFB63E14B5}" dt="2021-08-18T18:02:16.337" v="29" actId="20577"/>
          <ac:spMkLst>
            <pc:docMk/>
            <pc:sldMk cId="334532777" sldId="303"/>
            <ac:spMk id="3" creationId="{519FC08B-7D2E-43A5-A528-821DCDCCCC82}"/>
          </ac:spMkLst>
        </pc:spChg>
      </pc:sldChg>
      <pc:sldChg chg="modSp mod setBg">
        <pc:chgData name="annaasgaraly@ibm.com" userId="" providerId="" clId="Web-{CC69BAD0-B878-4D5F-9EDC-F1CFB63E14B5}" dt="2021-08-18T18:06:16.105" v="77"/>
        <pc:sldMkLst>
          <pc:docMk/>
          <pc:sldMk cId="3869789237" sldId="304"/>
        </pc:sldMkLst>
        <pc:spChg chg="mod">
          <ac:chgData name="annaasgaraly@ibm.com" userId="" providerId="" clId="Web-{CC69BAD0-B878-4D5F-9EDC-F1CFB63E14B5}" dt="2021-08-18T18:02:32.448" v="33" actId="20577"/>
          <ac:spMkLst>
            <pc:docMk/>
            <pc:sldMk cId="3869789237" sldId="304"/>
            <ac:spMk id="4" creationId="{B6CCD949-E788-4375-9B07-478FA5684BC1}"/>
          </ac:spMkLst>
        </pc:spChg>
      </pc:sldChg>
      <pc:sldChg chg="modSp mod setBg">
        <pc:chgData name="annaasgaraly@ibm.com" userId="" providerId="" clId="Web-{CC69BAD0-B878-4D5F-9EDC-F1CFB63E14B5}" dt="2021-08-18T18:06:16.339" v="78"/>
        <pc:sldMkLst>
          <pc:docMk/>
          <pc:sldMk cId="80090182" sldId="305"/>
        </pc:sldMkLst>
        <pc:spChg chg="mod">
          <ac:chgData name="annaasgaraly@ibm.com" userId="" providerId="" clId="Web-{CC69BAD0-B878-4D5F-9EDC-F1CFB63E14B5}" dt="2021-08-18T18:02:36.167" v="34" actId="20577"/>
          <ac:spMkLst>
            <pc:docMk/>
            <pc:sldMk cId="80090182" sldId="305"/>
            <ac:spMk id="4" creationId="{D4811A61-F7FB-4B19-9ED1-E0E2554A5BE8}"/>
          </ac:spMkLst>
        </pc:spChg>
      </pc:sldChg>
      <pc:sldChg chg="modSp mod setBg">
        <pc:chgData name="annaasgaraly@ibm.com" userId="" providerId="" clId="Web-{CC69BAD0-B878-4D5F-9EDC-F1CFB63E14B5}" dt="2021-08-18T18:06:16.792" v="80"/>
        <pc:sldMkLst>
          <pc:docMk/>
          <pc:sldMk cId="3145340593" sldId="306"/>
        </pc:sldMkLst>
        <pc:spChg chg="mod">
          <ac:chgData name="annaasgaraly@ibm.com" userId="" providerId="" clId="Web-{CC69BAD0-B878-4D5F-9EDC-F1CFB63E14B5}" dt="2021-08-18T18:02:44.230" v="36" actId="20577"/>
          <ac:spMkLst>
            <pc:docMk/>
            <pc:sldMk cId="3145340593" sldId="306"/>
            <ac:spMk id="4" creationId="{AFE7D9E4-306D-49E3-9AC4-15D566FC72AD}"/>
          </ac:spMkLst>
        </pc:spChg>
      </pc:sldChg>
      <pc:sldChg chg="modSp mod setBg">
        <pc:chgData name="annaasgaraly@ibm.com" userId="" providerId="" clId="Web-{CC69BAD0-B878-4D5F-9EDC-F1CFB63E14B5}" dt="2021-08-18T18:06:16.574" v="79"/>
        <pc:sldMkLst>
          <pc:docMk/>
          <pc:sldMk cId="1106727586" sldId="307"/>
        </pc:sldMkLst>
        <pc:spChg chg="mod">
          <ac:chgData name="annaasgaraly@ibm.com" userId="" providerId="" clId="Web-{CC69BAD0-B878-4D5F-9EDC-F1CFB63E14B5}" dt="2021-08-18T18:02:39.823" v="35" actId="20577"/>
          <ac:spMkLst>
            <pc:docMk/>
            <pc:sldMk cId="1106727586" sldId="307"/>
            <ac:spMk id="4" creationId="{021C109C-C017-4D19-928F-AED25AC30125}"/>
          </ac:spMkLst>
        </pc:spChg>
      </pc:sldChg>
      <pc:sldChg chg="modSp mod setBg">
        <pc:chgData name="annaasgaraly@ibm.com" userId="" providerId="" clId="Web-{CC69BAD0-B878-4D5F-9EDC-F1CFB63E14B5}" dt="2021-08-18T18:06:17.011" v="81"/>
        <pc:sldMkLst>
          <pc:docMk/>
          <pc:sldMk cId="706594483" sldId="308"/>
        </pc:sldMkLst>
        <pc:spChg chg="mod">
          <ac:chgData name="annaasgaraly@ibm.com" userId="" providerId="" clId="Web-{CC69BAD0-B878-4D5F-9EDC-F1CFB63E14B5}" dt="2021-08-18T18:02:47.433" v="37" actId="20577"/>
          <ac:spMkLst>
            <pc:docMk/>
            <pc:sldMk cId="706594483" sldId="308"/>
            <ac:spMk id="4" creationId="{6D35FD2D-1BD2-45D7-B015-1A96C241520B}"/>
          </ac:spMkLst>
        </pc:spChg>
      </pc:sldChg>
      <pc:sldChg chg="modSp mod setBg">
        <pc:chgData name="annaasgaraly@ibm.com" userId="" providerId="" clId="Web-{CC69BAD0-B878-4D5F-9EDC-F1CFB63E14B5}" dt="2021-08-18T18:06:30.090" v="83"/>
        <pc:sldMkLst>
          <pc:docMk/>
          <pc:sldMk cId="1794738657" sldId="309"/>
        </pc:sldMkLst>
        <pc:spChg chg="mod">
          <ac:chgData name="annaasgaraly@ibm.com" userId="" providerId="" clId="Web-{CC69BAD0-B878-4D5F-9EDC-F1CFB63E14B5}" dt="2021-08-18T18:03:04.872" v="39" actId="20577"/>
          <ac:spMkLst>
            <pc:docMk/>
            <pc:sldMk cId="1794738657" sldId="309"/>
            <ac:spMk id="3" creationId="{557C8CBA-1A0E-4CDF-A451-7AAA44D39839}"/>
          </ac:spMkLst>
        </pc:spChg>
      </pc:sldChg>
      <pc:sldChg chg="modSp mod setBg">
        <pc:chgData name="annaasgaraly@ibm.com" userId="" providerId="" clId="Web-{CC69BAD0-B878-4D5F-9EDC-F1CFB63E14B5}" dt="2021-08-18T18:06:30.309" v="84"/>
        <pc:sldMkLst>
          <pc:docMk/>
          <pc:sldMk cId="4010014743" sldId="310"/>
        </pc:sldMkLst>
        <pc:spChg chg="mod">
          <ac:chgData name="annaasgaraly@ibm.com" userId="" providerId="" clId="Web-{CC69BAD0-B878-4D5F-9EDC-F1CFB63E14B5}" dt="2021-08-18T18:03:08.919" v="40" actId="20577"/>
          <ac:spMkLst>
            <pc:docMk/>
            <pc:sldMk cId="4010014743" sldId="310"/>
            <ac:spMk id="3" creationId="{FD161C47-0660-416F-B4C2-25E4D35D69FD}"/>
          </ac:spMkLst>
        </pc:spChg>
      </pc:sldChg>
      <pc:sldChg chg="modSp mod setBg">
        <pc:chgData name="annaasgaraly@ibm.com" userId="" providerId="" clId="Web-{CC69BAD0-B878-4D5F-9EDC-F1CFB63E14B5}" dt="2021-08-18T18:06:30.528" v="85"/>
        <pc:sldMkLst>
          <pc:docMk/>
          <pc:sldMk cId="2735560525" sldId="311"/>
        </pc:sldMkLst>
        <pc:spChg chg="mod">
          <ac:chgData name="annaasgaraly@ibm.com" userId="" providerId="" clId="Web-{CC69BAD0-B878-4D5F-9EDC-F1CFB63E14B5}" dt="2021-08-18T18:03:12.388" v="41" actId="20577"/>
          <ac:spMkLst>
            <pc:docMk/>
            <pc:sldMk cId="2735560525" sldId="311"/>
            <ac:spMk id="3" creationId="{AFD52E17-48CB-4D60-BD56-71D197A29B38}"/>
          </ac:spMkLst>
        </pc:spChg>
      </pc:sldChg>
      <pc:sldChg chg="modSp mod setBg">
        <pc:chgData name="annaasgaraly@ibm.com" userId="" providerId="" clId="Web-{CC69BAD0-B878-4D5F-9EDC-F1CFB63E14B5}" dt="2021-08-18T18:06:30.762" v="86"/>
        <pc:sldMkLst>
          <pc:docMk/>
          <pc:sldMk cId="1434679925" sldId="312"/>
        </pc:sldMkLst>
        <pc:spChg chg="mod">
          <ac:chgData name="annaasgaraly@ibm.com" userId="" providerId="" clId="Web-{CC69BAD0-B878-4D5F-9EDC-F1CFB63E14B5}" dt="2021-08-18T18:03:16.498" v="43" actId="20577"/>
          <ac:spMkLst>
            <pc:docMk/>
            <pc:sldMk cId="1434679925" sldId="312"/>
            <ac:spMk id="3" creationId="{7F12CD3C-55B3-4129-817A-84D0B28F713E}"/>
          </ac:spMkLst>
        </pc:spChg>
      </pc:sldChg>
      <pc:sldChg chg="modSp mod setBg">
        <pc:chgData name="annaasgaraly@ibm.com" userId="" providerId="" clId="Web-{CC69BAD0-B878-4D5F-9EDC-F1CFB63E14B5}" dt="2021-08-18T18:06:31.231" v="88"/>
        <pc:sldMkLst>
          <pc:docMk/>
          <pc:sldMk cId="1756972646" sldId="313"/>
        </pc:sldMkLst>
        <pc:spChg chg="mod">
          <ac:chgData name="annaasgaraly@ibm.com" userId="" providerId="" clId="Web-{CC69BAD0-B878-4D5F-9EDC-F1CFB63E14B5}" dt="2021-08-18T18:03:25.624" v="45" actId="20577"/>
          <ac:spMkLst>
            <pc:docMk/>
            <pc:sldMk cId="1756972646" sldId="313"/>
            <ac:spMk id="3" creationId="{79B32320-42D4-49FA-8047-C080B444B3AE}"/>
          </ac:spMkLst>
        </pc:spChg>
      </pc:sldChg>
      <pc:sldChg chg="modSp mod setBg">
        <pc:chgData name="annaasgaraly@ibm.com" userId="" providerId="" clId="Web-{CC69BAD0-B878-4D5F-9EDC-F1CFB63E14B5}" dt="2021-08-18T18:06:30.997" v="87"/>
        <pc:sldMkLst>
          <pc:docMk/>
          <pc:sldMk cId="639399535" sldId="314"/>
        </pc:sldMkLst>
        <pc:spChg chg="mod">
          <ac:chgData name="annaasgaraly@ibm.com" userId="" providerId="" clId="Web-{CC69BAD0-B878-4D5F-9EDC-F1CFB63E14B5}" dt="2021-08-18T18:03:19.357" v="44" actId="20577"/>
          <ac:spMkLst>
            <pc:docMk/>
            <pc:sldMk cId="639399535" sldId="314"/>
            <ac:spMk id="8" creationId="{952C2E9C-C6BE-40BD-A406-CFB441363CBA}"/>
          </ac:spMkLst>
        </pc:spChg>
      </pc:sldChg>
      <pc:sldChg chg="modSp mod setBg">
        <pc:chgData name="annaasgaraly@ibm.com" userId="" providerId="" clId="Web-{CC69BAD0-B878-4D5F-9EDC-F1CFB63E14B5}" dt="2021-08-18T18:06:31.465" v="89"/>
        <pc:sldMkLst>
          <pc:docMk/>
          <pc:sldMk cId="3566646398" sldId="315"/>
        </pc:sldMkLst>
        <pc:spChg chg="mod">
          <ac:chgData name="annaasgaraly@ibm.com" userId="" providerId="" clId="Web-{CC69BAD0-B878-4D5F-9EDC-F1CFB63E14B5}" dt="2021-08-18T18:03:29.249" v="46" actId="20577"/>
          <ac:spMkLst>
            <pc:docMk/>
            <pc:sldMk cId="3566646398" sldId="315"/>
            <ac:spMk id="3" creationId="{2A7EB98F-A25F-4357-9775-478FC17F7F83}"/>
          </ac:spMkLst>
        </pc:spChg>
      </pc:sldChg>
      <pc:sldChg chg="modSp mod setBg">
        <pc:chgData name="annaasgaraly@ibm.com" userId="" providerId="" clId="Web-{CC69BAD0-B878-4D5F-9EDC-F1CFB63E14B5}" dt="2021-08-18T18:06:31.684" v="90"/>
        <pc:sldMkLst>
          <pc:docMk/>
          <pc:sldMk cId="1398439132" sldId="316"/>
        </pc:sldMkLst>
        <pc:spChg chg="mod">
          <ac:chgData name="annaasgaraly@ibm.com" userId="" providerId="" clId="Web-{CC69BAD0-B878-4D5F-9EDC-F1CFB63E14B5}" dt="2021-08-18T18:03:33.077" v="48" actId="20577"/>
          <ac:spMkLst>
            <pc:docMk/>
            <pc:sldMk cId="1398439132" sldId="316"/>
            <ac:spMk id="3" creationId="{964DA114-677C-40D8-8FFA-43531834CFBF}"/>
          </ac:spMkLst>
        </pc:spChg>
      </pc:sldChg>
      <pc:sldChg chg="modSp mod setBg">
        <pc:chgData name="annaasgaraly@ibm.com" userId="" providerId="" clId="Web-{CC69BAD0-B878-4D5F-9EDC-F1CFB63E14B5}" dt="2021-08-18T18:06:31.924" v="91"/>
        <pc:sldMkLst>
          <pc:docMk/>
          <pc:sldMk cId="3975168428" sldId="317"/>
        </pc:sldMkLst>
        <pc:spChg chg="mod">
          <ac:chgData name="annaasgaraly@ibm.com" userId="" providerId="" clId="Web-{CC69BAD0-B878-4D5F-9EDC-F1CFB63E14B5}" dt="2021-08-18T18:03:35.999" v="49" actId="20577"/>
          <ac:spMkLst>
            <pc:docMk/>
            <pc:sldMk cId="3975168428" sldId="317"/>
            <ac:spMk id="3" creationId="{04523243-E4D6-45EC-97C8-D44398FB7417}"/>
          </ac:spMkLst>
        </pc:spChg>
      </pc:sldChg>
      <pc:sldChg chg="modSp mod setBg">
        <pc:chgData name="annaasgaraly@ibm.com" userId="" providerId="" clId="Web-{CC69BAD0-B878-4D5F-9EDC-F1CFB63E14B5}" dt="2021-08-18T18:06:40.716" v="93"/>
        <pc:sldMkLst>
          <pc:docMk/>
          <pc:sldMk cId="239597884" sldId="318"/>
        </pc:sldMkLst>
        <pc:spChg chg="mod">
          <ac:chgData name="annaasgaraly@ibm.com" userId="" providerId="" clId="Web-{CC69BAD0-B878-4D5F-9EDC-F1CFB63E14B5}" dt="2021-08-18T18:03:41.906" v="51" actId="20577"/>
          <ac:spMkLst>
            <pc:docMk/>
            <pc:sldMk cId="239597884" sldId="318"/>
            <ac:spMk id="8" creationId="{2E0ECA32-E146-40DA-85CD-9677244BC3EC}"/>
          </ac:spMkLst>
        </pc:spChg>
      </pc:sldChg>
      <pc:sldChg chg="modSp mod setBg">
        <pc:chgData name="annaasgaraly@ibm.com" userId="" providerId="" clId="Web-{CC69BAD0-B878-4D5F-9EDC-F1CFB63E14B5}" dt="2021-08-18T18:06:40.950" v="94"/>
        <pc:sldMkLst>
          <pc:docMk/>
          <pc:sldMk cId="232499080" sldId="319"/>
        </pc:sldMkLst>
        <pc:spChg chg="mod">
          <ac:chgData name="annaasgaraly@ibm.com" userId="" providerId="" clId="Web-{CC69BAD0-B878-4D5F-9EDC-F1CFB63E14B5}" dt="2021-08-18T18:03:44.922" v="52" actId="20577"/>
          <ac:spMkLst>
            <pc:docMk/>
            <pc:sldMk cId="232499080" sldId="319"/>
            <ac:spMk id="8" creationId="{34C97452-C78A-4701-B8AB-ABFE63D5BEDE}"/>
          </ac:spMkLst>
        </pc:spChg>
      </pc:sldChg>
      <pc:sldChg chg="modSp mod setBg">
        <pc:chgData name="annaasgaraly@ibm.com" userId="" providerId="" clId="Web-{CC69BAD0-B878-4D5F-9EDC-F1CFB63E14B5}" dt="2021-08-18T18:06:57.123" v="99"/>
        <pc:sldMkLst>
          <pc:docMk/>
          <pc:sldMk cId="3645034231" sldId="320"/>
        </pc:sldMkLst>
        <pc:spChg chg="mod">
          <ac:chgData name="annaasgaraly@ibm.com" userId="" providerId="" clId="Web-{CC69BAD0-B878-4D5F-9EDC-F1CFB63E14B5}" dt="2021-08-18T18:04:07.830" v="57" actId="20577"/>
          <ac:spMkLst>
            <pc:docMk/>
            <pc:sldMk cId="3645034231" sldId="320"/>
            <ac:spMk id="9" creationId="{533106AC-60D7-46AE-8E64-7B84ABDBD099}"/>
          </ac:spMkLst>
        </pc:spChg>
      </pc:sldChg>
      <pc:sldChg chg="mod setBg">
        <pc:chgData name="annaasgaraly@ibm.com" userId="" providerId="" clId="Web-{CC69BAD0-B878-4D5F-9EDC-F1CFB63E14B5}" dt="2021-08-18T17:50:55.553" v="5"/>
        <pc:sldMkLst>
          <pc:docMk/>
          <pc:sldMk cId="733461713" sldId="321"/>
        </pc:sldMkLst>
      </pc:sldChg>
      <pc:sldChg chg="modSp mod setBg">
        <pc:chgData name="annaasgaraly@ibm.com" userId="" providerId="" clId="Web-{CC69BAD0-B878-4D5F-9EDC-F1CFB63E14B5}" dt="2021-08-18T18:06:49.263" v="98"/>
        <pc:sldMkLst>
          <pc:docMk/>
          <pc:sldMk cId="700132931" sldId="322"/>
        </pc:sldMkLst>
        <pc:spChg chg="mod">
          <ac:chgData name="annaasgaraly@ibm.com" userId="" providerId="" clId="Web-{CC69BAD0-B878-4D5F-9EDC-F1CFB63E14B5}" dt="2021-08-18T18:03:48.453" v="53" actId="20577"/>
          <ac:spMkLst>
            <pc:docMk/>
            <pc:sldMk cId="700132931" sldId="322"/>
            <ac:spMk id="8" creationId="{9456A072-47A6-4424-9ABE-F398119040DD}"/>
          </ac:spMkLst>
        </pc:spChg>
      </pc:sldChg>
      <pc:sldChg chg="modSp mod setBg">
        <pc:chgData name="annaasgaraly@ibm.com" userId="" providerId="" clId="Web-{CC69BAD0-B878-4D5F-9EDC-F1CFB63E14B5}" dt="2021-08-18T18:06:48.795" v="96"/>
        <pc:sldMkLst>
          <pc:docMk/>
          <pc:sldMk cId="1866160706" sldId="323"/>
        </pc:sldMkLst>
        <pc:spChg chg="mod">
          <ac:chgData name="annaasgaraly@ibm.com" userId="" providerId="" clId="Web-{CC69BAD0-B878-4D5F-9EDC-F1CFB63E14B5}" dt="2021-08-18T18:03:52.626" v="54" actId="20577"/>
          <ac:spMkLst>
            <pc:docMk/>
            <pc:sldMk cId="1866160706" sldId="323"/>
            <ac:spMk id="8" creationId="{4EF94599-779E-457E-B57B-6063EBF7A840}"/>
          </ac:spMkLst>
        </pc:spChg>
      </pc:sldChg>
      <pc:sldChg chg="modSp mod setBg">
        <pc:chgData name="annaasgaraly@ibm.com" userId="" providerId="" clId="Web-{CC69BAD0-B878-4D5F-9EDC-F1CFB63E14B5}" dt="2021-08-18T18:06:49.029" v="97"/>
        <pc:sldMkLst>
          <pc:docMk/>
          <pc:sldMk cId="252359608" sldId="324"/>
        </pc:sldMkLst>
        <pc:spChg chg="mod">
          <ac:chgData name="annaasgaraly@ibm.com" userId="" providerId="" clId="Web-{CC69BAD0-B878-4D5F-9EDC-F1CFB63E14B5}" dt="2021-08-18T18:03:58.220" v="55" actId="20577"/>
          <ac:spMkLst>
            <pc:docMk/>
            <pc:sldMk cId="252359608" sldId="324"/>
            <ac:spMk id="12" creationId="{4D271BF5-BAA1-4CEB-A575-76A097FABBBA}"/>
          </ac:spMkLst>
        </pc:spChg>
      </pc:sldChg>
      <pc:sldChg chg="addSp modSp">
        <pc:chgData name="annaasgaraly@ibm.com" userId="" providerId="" clId="Web-{CC69BAD0-B878-4D5F-9EDC-F1CFB63E14B5}" dt="2021-08-18T18:00:11.344" v="12" actId="14100"/>
        <pc:sldMkLst>
          <pc:docMk/>
          <pc:sldMk cId="1277611629" sldId="327"/>
        </pc:sldMkLst>
        <pc:picChg chg="add mod">
          <ac:chgData name="annaasgaraly@ibm.com" userId="" providerId="" clId="Web-{CC69BAD0-B878-4D5F-9EDC-F1CFB63E14B5}" dt="2021-08-18T18:00:11.344" v="12" actId="14100"/>
          <ac:picMkLst>
            <pc:docMk/>
            <pc:sldMk cId="1277611629" sldId="327"/>
            <ac:picMk id="2" creationId="{4F94DBE5-2DCC-401E-95AA-12E04A97FBA6}"/>
          </ac:picMkLst>
        </pc:picChg>
      </pc:sldChg>
      <pc:sldChg chg="mod setBg">
        <pc:chgData name="annaasgaraly@ibm.com" userId="" providerId="" clId="Web-{CC69BAD0-B878-4D5F-9EDC-F1CFB63E14B5}" dt="2021-08-18T17:51:14.820" v="7"/>
        <pc:sldMkLst>
          <pc:docMk/>
          <pc:sldMk cId="661040741" sldId="329"/>
        </pc:sldMkLst>
      </pc:sldChg>
      <pc:sldChg chg="modSp mod setBg">
        <pc:chgData name="annaasgaraly@ibm.com" userId="" providerId="" clId="Web-{CC69BAD0-B878-4D5F-9EDC-F1CFB63E14B5}" dt="2021-08-18T18:05:53.681" v="65"/>
        <pc:sldMkLst>
          <pc:docMk/>
          <pc:sldMk cId="724038033" sldId="330"/>
        </pc:sldMkLst>
        <pc:spChg chg="mod">
          <ac:chgData name="annaasgaraly@ibm.com" userId="" providerId="" clId="Web-{CC69BAD0-B878-4D5F-9EDC-F1CFB63E14B5}" dt="2021-08-18T18:01:02.207" v="16" actId="20577"/>
          <ac:spMkLst>
            <pc:docMk/>
            <pc:sldMk cId="724038033" sldId="330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463" v="64"/>
        <pc:sldMkLst>
          <pc:docMk/>
          <pc:sldMk cId="1980221439" sldId="331"/>
        </pc:sldMkLst>
        <pc:spChg chg="mod">
          <ac:chgData name="annaasgaraly@ibm.com" userId="" providerId="" clId="Web-{CC69BAD0-B878-4D5F-9EDC-F1CFB63E14B5}" dt="2021-08-18T18:01:34.631" v="17" actId="20577"/>
          <ac:spMkLst>
            <pc:docMk/>
            <pc:sldMk cId="1980221439" sldId="331"/>
            <ac:spMk id="19" creationId="{6CA66F18-AF00-434A-AB3C-61097BEAE5FA}"/>
          </ac:spMkLst>
        </pc:spChg>
      </pc:sldChg>
      <pc:sldChg chg="modSp mod setBg">
        <pc:chgData name="annaasgaraly@ibm.com" userId="" providerId="" clId="Web-{CC69BAD0-B878-4D5F-9EDC-F1CFB63E14B5}" dt="2021-08-18T18:05:53.228" v="63"/>
        <pc:sldMkLst>
          <pc:docMk/>
          <pc:sldMk cId="2560061391" sldId="332"/>
        </pc:sldMkLst>
        <pc:spChg chg="mod">
          <ac:chgData name="annaasgaraly@ibm.com" userId="" providerId="" clId="Web-{CC69BAD0-B878-4D5F-9EDC-F1CFB63E14B5}" dt="2021-08-18T18:01:38.944" v="18" actId="20577"/>
          <ac:spMkLst>
            <pc:docMk/>
            <pc:sldMk cId="2560061391" sldId="332"/>
            <ac:spMk id="19" creationId="{6CA66F18-AF00-434A-AB3C-61097BEAE5FA}"/>
          </ac:spMkLst>
        </pc:spChg>
      </pc:sldChg>
    </pc:docChg>
  </pc:docChgLst>
  <pc:docChgLst>
    <pc:chgData name="Ada Celik" clId="Web-{998F4E3E-1A76-4A6B-98B6-08752F3768B3}"/>
    <pc:docChg chg="modSld">
      <pc:chgData name="Ada Celik" userId="" providerId="" clId="Web-{998F4E3E-1A76-4A6B-98B6-08752F3768B3}" dt="2021-08-10T21:41:11.021" v="1" actId="20577"/>
      <pc:docMkLst>
        <pc:docMk/>
      </pc:docMkLst>
      <pc:sldChg chg="modSp">
        <pc:chgData name="Ada Celik" userId="" providerId="" clId="Web-{998F4E3E-1A76-4A6B-98B6-08752F3768B3}" dt="2021-08-10T21:41:11.021" v="1" actId="20577"/>
        <pc:sldMkLst>
          <pc:docMk/>
          <pc:sldMk cId="1277611629" sldId="327"/>
        </pc:sldMkLst>
        <pc:spChg chg="mod">
          <ac:chgData name="Ada Celik" userId="" providerId="" clId="Web-{998F4E3E-1A76-4A6B-98B6-08752F3768B3}" dt="2021-08-10T21:41:11.021" v="1" actId="20577"/>
          <ac:spMkLst>
            <pc:docMk/>
            <pc:sldMk cId="1277611629" sldId="327"/>
            <ac:spMk id="6" creationId="{2C36AF9D-A911-994B-90EA-013D4CDA5604}"/>
          </ac:spMkLst>
        </pc:spChg>
      </pc:sldChg>
    </pc:docChg>
  </pc:docChgLst>
  <pc:docChgLst>
    <pc:chgData name="Ada Celik" clId="Web-{9F30A1D2-6717-426C-A658-3A50309723ED}"/>
    <pc:docChg chg="modSld">
      <pc:chgData name="Ada Celik" userId="" providerId="" clId="Web-{9F30A1D2-6717-426C-A658-3A50309723ED}" dt="2021-08-10T21:42:35.526" v="3"/>
      <pc:docMkLst>
        <pc:docMk/>
      </pc:docMkLst>
      <pc:sldChg chg="delSp">
        <pc:chgData name="Ada Celik" userId="" providerId="" clId="Web-{9F30A1D2-6717-426C-A658-3A50309723ED}" dt="2021-08-10T21:42:35.526" v="3"/>
        <pc:sldMkLst>
          <pc:docMk/>
          <pc:sldMk cId="661040741" sldId="329"/>
        </pc:sldMkLst>
        <pc:picChg chg="del">
          <ac:chgData name="Ada Celik" userId="" providerId="" clId="Web-{9F30A1D2-6717-426C-A658-3A50309723ED}" dt="2021-08-10T21:42:35.526" v="3"/>
          <ac:picMkLst>
            <pc:docMk/>
            <pc:sldMk cId="661040741" sldId="329"/>
            <ac:picMk id="8" creationId="{F88AB437-E43C-436D-B35E-51887C103800}"/>
          </ac:picMkLst>
        </pc:picChg>
        <pc:picChg chg="del">
          <ac:chgData name="Ada Celik" userId="" providerId="" clId="Web-{9F30A1D2-6717-426C-A658-3A50309723ED}" dt="2021-08-10T21:42:35.526" v="2"/>
          <ac:picMkLst>
            <pc:docMk/>
            <pc:sldMk cId="661040741" sldId="329"/>
            <ac:picMk id="9" creationId="{89FBF71A-DDF5-4BAA-B9B5-91B4675FF80E}"/>
          </ac:picMkLst>
        </pc:picChg>
        <pc:picChg chg="del">
          <ac:chgData name="Ada Celik" userId="" providerId="" clId="Web-{9F30A1D2-6717-426C-A658-3A50309723ED}" dt="2021-08-10T21:42:35.526" v="1"/>
          <ac:picMkLst>
            <pc:docMk/>
            <pc:sldMk cId="661040741" sldId="329"/>
            <ac:picMk id="10" creationId="{225AE237-9A47-4E0B-AE8A-DD0CED30B39D}"/>
          </ac:picMkLst>
        </pc:picChg>
        <pc:picChg chg="del">
          <ac:chgData name="Ada Celik" userId="" providerId="" clId="Web-{9F30A1D2-6717-426C-A658-3A50309723ED}" dt="2021-08-10T21:42:35.526" v="0"/>
          <ac:picMkLst>
            <pc:docMk/>
            <pc:sldMk cId="661040741" sldId="329"/>
            <ac:picMk id="11" creationId="{E1021DDF-7C74-4FD8-AE38-AFFCC057C8C2}"/>
          </ac:picMkLst>
        </pc:picChg>
      </pc:sldChg>
    </pc:docChg>
  </pc:docChgLst>
  <pc:docChgLst>
    <pc:chgData name="YAN LUO" clId="Web-{B63C8988-E1D3-4A52-8229-FA8C5EBD2ECD}"/>
    <pc:docChg chg="delSld modSld">
      <pc:chgData name="YAN LUO" userId="" providerId="" clId="Web-{B63C8988-E1D3-4A52-8229-FA8C5EBD2ECD}" dt="2021-08-19T14:01:44.876" v="206" actId="20577"/>
      <pc:docMkLst>
        <pc:docMk/>
      </pc:docMkLst>
      <pc:sldChg chg="modSp">
        <pc:chgData name="YAN LUO" userId="" providerId="" clId="Web-{B63C8988-E1D3-4A52-8229-FA8C5EBD2ECD}" dt="2021-08-19T13:47:23.458" v="93" actId="20577"/>
        <pc:sldMkLst>
          <pc:docMk/>
          <pc:sldMk cId="1578726356" sldId="265"/>
        </pc:sldMkLst>
        <pc:spChg chg="mod">
          <ac:chgData name="YAN LUO" userId="" providerId="" clId="Web-{B63C8988-E1D3-4A52-8229-FA8C5EBD2ECD}" dt="2021-08-19T13:47:23.458" v="93" actId="20577"/>
          <ac:spMkLst>
            <pc:docMk/>
            <pc:sldMk cId="1578726356" sldId="265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46:56.520" v="49" actId="20577"/>
        <pc:sldMkLst>
          <pc:docMk/>
          <pc:sldMk cId="779971636" sldId="266"/>
        </pc:sldMkLst>
        <pc:spChg chg="mod">
          <ac:chgData name="YAN LUO" userId="" providerId="" clId="Web-{B63C8988-E1D3-4A52-8229-FA8C5EBD2ECD}" dt="2021-08-19T13:46:56.520" v="49" actId="20577"/>
          <ac:spMkLst>
            <pc:docMk/>
            <pc:sldMk cId="779971636" sldId="266"/>
            <ac:spMk id="5" creationId="{1B07C49E-AFFC-EC46-8930-E4D428F5F943}"/>
          </ac:spMkLst>
        </pc:spChg>
      </pc:sldChg>
      <pc:sldChg chg="del">
        <pc:chgData name="YAN LUO" userId="" providerId="" clId="Web-{B63C8988-E1D3-4A52-8229-FA8C5EBD2ECD}" dt="2021-08-19T13:52:20.775" v="94"/>
        <pc:sldMkLst>
          <pc:docMk/>
          <pc:sldMk cId="3181088097" sldId="278"/>
        </pc:sldMkLst>
      </pc:sldChg>
      <pc:sldChg chg="addSp delSp modSp">
        <pc:chgData name="YAN LUO" userId="" providerId="" clId="Web-{B63C8988-E1D3-4A52-8229-FA8C5EBD2ECD}" dt="2021-08-19T13:45:42.691" v="30" actId="20577"/>
        <pc:sldMkLst>
          <pc:docMk/>
          <pc:sldMk cId="280316088" sldId="299"/>
        </pc:sldMkLst>
        <pc:spChg chg="add del mod ord">
          <ac:chgData name="YAN LUO" userId="" providerId="" clId="Web-{B63C8988-E1D3-4A52-8229-FA8C5EBD2ECD}" dt="2021-08-19T13:21:31.149" v="16"/>
          <ac:spMkLst>
            <pc:docMk/>
            <pc:sldMk cId="280316088" sldId="299"/>
            <ac:spMk id="2" creationId="{310FB1D8-F945-4835-A7ED-A9DCB8CE099D}"/>
          </ac:spMkLst>
        </pc:spChg>
        <pc:spChg chg="mod">
          <ac:chgData name="YAN LUO" userId="" providerId="" clId="Web-{B63C8988-E1D3-4A52-8229-FA8C5EBD2ECD}" dt="2021-08-19T13:45:42.691" v="30" actId="20577"/>
          <ac:spMkLst>
            <pc:docMk/>
            <pc:sldMk cId="280316088" sldId="299"/>
            <ac:spMk id="5" creationId="{1B07C49E-AFFC-EC46-8930-E4D428F5F943}"/>
          </ac:spMkLst>
        </pc:spChg>
      </pc:sldChg>
      <pc:sldChg chg="addSp delSp modSp">
        <pc:chgData name="YAN LUO" userId="" providerId="" clId="Web-{B63C8988-E1D3-4A52-8229-FA8C5EBD2ECD}" dt="2021-08-19T13:53:50.338" v="96" actId="20577"/>
        <pc:sldMkLst>
          <pc:docMk/>
          <pc:sldMk cId="1385553969" sldId="302"/>
        </pc:sldMkLst>
        <pc:spChg chg="add mod">
          <ac:chgData name="YAN LUO" userId="" providerId="" clId="Web-{B63C8988-E1D3-4A52-8229-FA8C5EBD2ECD}" dt="2021-08-19T13:53:50.338" v="96" actId="20577"/>
          <ac:spMkLst>
            <pc:docMk/>
            <pc:sldMk cId="1385553969" sldId="302"/>
            <ac:spMk id="2" creationId="{8B78C759-C687-440F-8CAE-D3071F1AB630}"/>
          </ac:spMkLst>
        </pc:spChg>
        <pc:spChg chg="mod">
          <ac:chgData name="YAN LUO" userId="" providerId="" clId="Web-{B63C8988-E1D3-4A52-8229-FA8C5EBD2ECD}" dt="2021-08-19T13:46:07.426" v="35" actId="20577"/>
          <ac:spMkLst>
            <pc:docMk/>
            <pc:sldMk cId="1385553969" sldId="302"/>
            <ac:spMk id="3" creationId="{AB0AB2AC-B7E6-6849-9AE9-697369407F8F}"/>
          </ac:spMkLst>
        </pc:spChg>
        <pc:spChg chg="add del">
          <ac:chgData name="YAN LUO" userId="" providerId="" clId="Web-{B63C8988-E1D3-4A52-8229-FA8C5EBD2ECD}" dt="2021-08-19T13:46:27.739" v="39"/>
          <ac:spMkLst>
            <pc:docMk/>
            <pc:sldMk cId="1385553969" sldId="302"/>
            <ac:spMk id="5" creationId="{B2BB333C-3C82-48BA-A090-59BE99C64735}"/>
          </ac:spMkLst>
        </pc:spChg>
        <pc:spChg chg="del">
          <ac:chgData name="YAN LUO" userId="" providerId="" clId="Web-{B63C8988-E1D3-4A52-8229-FA8C5EBD2ECD}" dt="2021-08-19T13:46:24.129" v="36"/>
          <ac:spMkLst>
            <pc:docMk/>
            <pc:sldMk cId="1385553969" sldId="302"/>
            <ac:spMk id="15" creationId="{302614DC-FBA1-44E3-9E89-23C80E7E6998}"/>
          </ac:spMkLst>
        </pc:spChg>
      </pc:sldChg>
      <pc:sldChg chg="modSp">
        <pc:chgData name="YAN LUO" userId="" providerId="" clId="Web-{B63C8988-E1D3-4A52-8229-FA8C5EBD2ECD}" dt="2021-08-19T13:55:45.293" v="141" actId="20577"/>
        <pc:sldMkLst>
          <pc:docMk/>
          <pc:sldMk cId="1434679925" sldId="312"/>
        </pc:sldMkLst>
        <pc:spChg chg="mod">
          <ac:chgData name="YAN LUO" userId="" providerId="" clId="Web-{B63C8988-E1D3-4A52-8229-FA8C5EBD2ECD}" dt="2021-08-19T13:55:45.293" v="141" actId="20577"/>
          <ac:spMkLst>
            <pc:docMk/>
            <pc:sldMk cId="1434679925" sldId="312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3:56:18.809" v="184" actId="20577"/>
        <pc:sldMkLst>
          <pc:docMk/>
          <pc:sldMk cId="639399535" sldId="314"/>
        </pc:sldMkLst>
        <pc:spChg chg="mod">
          <ac:chgData name="YAN LUO" userId="" providerId="" clId="Web-{B63C8988-E1D3-4A52-8229-FA8C5EBD2ECD}" dt="2021-08-19T13:56:18.809" v="184" actId="20577"/>
          <ac:spMkLst>
            <pc:docMk/>
            <pc:sldMk cId="639399535" sldId="314"/>
            <ac:spMk id="5" creationId="{1B07C49E-AFFC-EC46-8930-E4D428F5F943}"/>
          </ac:spMkLst>
        </pc:spChg>
      </pc:sldChg>
      <pc:sldChg chg="modSp">
        <pc:chgData name="YAN LUO" userId="" providerId="" clId="Web-{B63C8988-E1D3-4A52-8229-FA8C5EBD2ECD}" dt="2021-08-19T14:01:44.876" v="206" actId="20577"/>
        <pc:sldMkLst>
          <pc:docMk/>
          <pc:sldMk cId="1398439132" sldId="316"/>
        </pc:sldMkLst>
        <pc:spChg chg="mod">
          <ac:chgData name="YAN LUO" userId="" providerId="" clId="Web-{B63C8988-E1D3-4A52-8229-FA8C5EBD2ECD}" dt="2021-08-19T14:01:44.876" v="206" actId="20577"/>
          <ac:spMkLst>
            <pc:docMk/>
            <pc:sldMk cId="1398439132" sldId="316"/>
            <ac:spMk id="5" creationId="{1B07C49E-AFFC-EC46-8930-E4D428F5F943}"/>
          </ac:spMkLst>
        </pc:spChg>
      </pc:sldChg>
    </pc:docChg>
  </pc:docChgLst>
  <pc:docChgLst>
    <pc:chgData name="annaasgaraly@ibm.com" clId="Web-{3BA0D230-C853-4667-83F9-D85E65BD4B24}"/>
    <pc:docChg chg="modSld">
      <pc:chgData name="annaasgaraly@ibm.com" userId="" providerId="" clId="Web-{3BA0D230-C853-4667-83F9-D85E65BD4B24}" dt="2021-08-19T16:32:24.566" v="1"/>
      <pc:docMkLst>
        <pc:docMk/>
      </pc:docMkLst>
      <pc:sldChg chg="mod setBg">
        <pc:chgData name="annaasgaraly@ibm.com" userId="" providerId="" clId="Web-{3BA0D230-C853-4667-83F9-D85E65BD4B24}" dt="2021-08-19T16:32:24.566" v="1"/>
        <pc:sldMkLst>
          <pc:docMk/>
          <pc:sldMk cId="178270660" sldId="284"/>
        </pc:sldMkLst>
      </pc:sldChg>
      <pc:sldChg chg="mod setBg">
        <pc:chgData name="annaasgaraly@ibm.com" userId="" providerId="" clId="Web-{3BA0D230-C853-4667-83F9-D85E65BD4B24}" dt="2021-08-19T16:32:07.268" v="0"/>
        <pc:sldMkLst>
          <pc:docMk/>
          <pc:sldMk cId="1023352497" sldId="294"/>
        </pc:sldMkLst>
      </pc:sldChg>
    </pc:docChg>
  </pc:docChgLst>
  <pc:docChgLst>
    <pc:chgData name="YAN LUO" clId="Web-{86B35720-4193-446F-B2D5-9AD9984A55EF}"/>
    <pc:docChg chg="modSld">
      <pc:chgData name="YAN LUO" userId="" providerId="" clId="Web-{86B35720-4193-446F-B2D5-9AD9984A55EF}" dt="2021-08-19T14:59:05.021" v="263" actId="20577"/>
      <pc:docMkLst>
        <pc:docMk/>
      </pc:docMkLst>
      <pc:sldChg chg="modSp">
        <pc:chgData name="YAN LUO" userId="" providerId="" clId="Web-{86B35720-4193-446F-B2D5-9AD9984A55EF}" dt="2021-08-19T14:59:05.021" v="263" actId="20577"/>
        <pc:sldMkLst>
          <pc:docMk/>
          <pc:sldMk cId="2459446073" sldId="289"/>
        </pc:sldMkLst>
        <pc:spChg chg="mod">
          <ac:chgData name="YAN LUO" userId="" providerId="" clId="Web-{86B35720-4193-446F-B2D5-9AD9984A55EF}" dt="2021-08-19T14:59:05.021" v="263" actId="20577"/>
          <ac:spMkLst>
            <pc:docMk/>
            <pc:sldMk cId="2459446073" sldId="289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37.479" v="115" actId="20577"/>
        <pc:sldMkLst>
          <pc:docMk/>
          <pc:sldMk cId="981671777" sldId="296"/>
        </pc:sldMkLst>
        <pc:spChg chg="mod">
          <ac:chgData name="YAN LUO" userId="" providerId="" clId="Web-{86B35720-4193-446F-B2D5-9AD9984A55EF}" dt="2021-08-19T14:15:37.479" v="115" actId="20577"/>
          <ac:spMkLst>
            <pc:docMk/>
            <pc:sldMk cId="981671777" sldId="296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07:37.968" v="1" actId="20577"/>
        <pc:sldMkLst>
          <pc:docMk/>
          <pc:sldMk cId="1398439132" sldId="316"/>
        </pc:sldMkLst>
        <pc:spChg chg="mod">
          <ac:chgData name="YAN LUO" userId="" providerId="" clId="Web-{86B35720-4193-446F-B2D5-9AD9984A55EF}" dt="2021-08-19T14:07:37.968" v="1" actId="20577"/>
          <ac:spMkLst>
            <pc:docMk/>
            <pc:sldMk cId="1398439132" sldId="316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2:24.459" v="39" actId="20577"/>
        <pc:sldMkLst>
          <pc:docMk/>
          <pc:sldMk cId="3975168428" sldId="317"/>
        </pc:sldMkLst>
        <pc:spChg chg="mod">
          <ac:chgData name="YAN LUO" userId="" providerId="" clId="Web-{86B35720-4193-446F-B2D5-9AD9984A55EF}" dt="2021-08-19T14:10:01.737" v="18" actId="20577"/>
          <ac:spMkLst>
            <pc:docMk/>
            <pc:sldMk cId="3975168428" sldId="317"/>
            <ac:spMk id="3" creationId="{04523243-E4D6-45EC-97C8-D44398FB7417}"/>
          </ac:spMkLst>
        </pc:spChg>
        <pc:spChg chg="mod">
          <ac:chgData name="YAN LUO" userId="" providerId="" clId="Web-{86B35720-4193-446F-B2D5-9AD9984A55EF}" dt="2021-08-19T14:12:24.459" v="39" actId="20577"/>
          <ac:spMkLst>
            <pc:docMk/>
            <pc:sldMk cId="3975168428" sldId="317"/>
            <ac:spMk id="5" creationId="{1B07C49E-AFFC-EC46-8930-E4D428F5F943}"/>
          </ac:spMkLst>
        </pc:spChg>
      </pc:sldChg>
      <pc:sldChg chg="modSp">
        <pc:chgData name="YAN LUO" userId="" providerId="" clId="Web-{86B35720-4193-446F-B2D5-9AD9984A55EF}" dt="2021-08-19T14:15:56.635" v="140" actId="20577"/>
        <pc:sldMkLst>
          <pc:docMk/>
          <pc:sldMk cId="239597884" sldId="318"/>
        </pc:sldMkLst>
        <pc:spChg chg="mod">
          <ac:chgData name="YAN LUO" userId="" providerId="" clId="Web-{86B35720-4193-446F-B2D5-9AD9984A55EF}" dt="2021-08-19T14:15:56.635" v="140" actId="20577"/>
          <ac:spMkLst>
            <pc:docMk/>
            <pc:sldMk cId="239597884" sldId="318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6:10.167" v="168" actId="20577"/>
        <pc:sldMkLst>
          <pc:docMk/>
          <pc:sldMk cId="232499080" sldId="319"/>
        </pc:sldMkLst>
        <pc:spChg chg="mod">
          <ac:chgData name="YAN LUO" userId="" providerId="" clId="Web-{86B35720-4193-446F-B2D5-9AD9984A55EF}" dt="2021-08-19T14:16:10.167" v="168" actId="20577"/>
          <ac:spMkLst>
            <pc:docMk/>
            <pc:sldMk cId="232499080" sldId="319"/>
            <ac:spMk id="5" creationId="{85D9F803-CDBC-C74C-AF1B-2B5937D1C241}"/>
          </ac:spMkLst>
        </pc:spChg>
      </pc:sldChg>
      <pc:sldChg chg="modSp addCm">
        <pc:chgData name="YAN LUO" userId="" providerId="" clId="Web-{86B35720-4193-446F-B2D5-9AD9984A55EF}" dt="2021-08-19T14:58:05.144" v="175"/>
        <pc:sldMkLst>
          <pc:docMk/>
          <pc:sldMk cId="700132931" sldId="322"/>
        </pc:sldMkLst>
        <pc:spChg chg="mod">
          <ac:chgData name="YAN LUO" userId="" providerId="" clId="Web-{86B35720-4193-446F-B2D5-9AD9984A55EF}" dt="2021-08-19T14:17:04.699" v="171" actId="20577"/>
          <ac:spMkLst>
            <pc:docMk/>
            <pc:sldMk cId="700132931" sldId="322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17:12.528" v="174" actId="20577"/>
        <pc:sldMkLst>
          <pc:docMk/>
          <pc:sldMk cId="1866160706" sldId="323"/>
        </pc:sldMkLst>
        <pc:spChg chg="mod">
          <ac:chgData name="YAN LUO" userId="" providerId="" clId="Web-{86B35720-4193-446F-B2D5-9AD9984A55EF}" dt="2021-08-19T14:17:12.528" v="174" actId="20577"/>
          <ac:spMkLst>
            <pc:docMk/>
            <pc:sldMk cId="1866160706" sldId="323"/>
            <ac:spMk id="5" creationId="{85D9F803-CDBC-C74C-AF1B-2B5937D1C241}"/>
          </ac:spMkLst>
        </pc:spChg>
      </pc:sldChg>
      <pc:sldChg chg="modSp">
        <pc:chgData name="YAN LUO" userId="" providerId="" clId="Web-{86B35720-4193-446F-B2D5-9AD9984A55EF}" dt="2021-08-19T14:58:49.817" v="250" actId="20577"/>
        <pc:sldMkLst>
          <pc:docMk/>
          <pc:sldMk cId="252359608" sldId="324"/>
        </pc:sldMkLst>
        <pc:spChg chg="mod">
          <ac:chgData name="YAN LUO" userId="" providerId="" clId="Web-{86B35720-4193-446F-B2D5-9AD9984A55EF}" dt="2021-08-19T14:58:49.817" v="250" actId="20577"/>
          <ac:spMkLst>
            <pc:docMk/>
            <pc:sldMk cId="252359608" sldId="324"/>
            <ac:spMk id="5" creationId="{85D9F803-CDBC-C74C-AF1B-2B5937D1C241}"/>
          </ac:spMkLst>
        </pc:spChg>
      </pc:sldChg>
    </pc:docChg>
  </pc:docChgLst>
  <pc:docChgLst>
    <pc:chgData name="annaasgaraly@ibm.com" clId="Web-{10340FDF-B15C-4CFF-B487-146F9B98A252}"/>
    <pc:docChg chg="modSld">
      <pc:chgData name="annaasgaraly@ibm.com" userId="" providerId="" clId="Web-{10340FDF-B15C-4CFF-B487-146F9B98A252}" dt="2021-08-10T21:47:37.589" v="27"/>
      <pc:docMkLst>
        <pc:docMk/>
      </pc:docMkLst>
      <pc:sldChg chg="mod setBg">
        <pc:chgData name="annaasgaraly@ibm.com" userId="" providerId="" clId="Web-{10340FDF-B15C-4CFF-B487-146F9B98A252}" dt="2021-08-10T21:45:57.511" v="22"/>
        <pc:sldMkLst>
          <pc:docMk/>
          <pc:sldMk cId="3181088097" sldId="278"/>
        </pc:sldMkLst>
      </pc:sldChg>
      <pc:sldChg chg="mod setBg">
        <pc:chgData name="annaasgaraly@ibm.com" userId="" providerId="" clId="Web-{10340FDF-B15C-4CFF-B487-146F9B98A252}" dt="2021-08-10T21:39:24.478" v="2"/>
        <pc:sldMkLst>
          <pc:docMk/>
          <pc:sldMk cId="178270660" sldId="284"/>
        </pc:sldMkLst>
      </pc:sldChg>
      <pc:sldChg chg="mod setBg">
        <pc:chgData name="annaasgaraly@ibm.com" userId="" providerId="" clId="Web-{10340FDF-B15C-4CFF-B487-146F9B98A252}" dt="2021-08-10T21:46:27.417" v="25"/>
        <pc:sldMkLst>
          <pc:docMk/>
          <pc:sldMk cId="1290394134" sldId="288"/>
        </pc:sldMkLst>
      </pc:sldChg>
      <pc:sldChg chg="mod setBg">
        <pc:chgData name="annaasgaraly@ibm.com" userId="" providerId="" clId="Web-{10340FDF-B15C-4CFF-B487-146F9B98A252}" dt="2021-08-10T21:46:06.604" v="23"/>
        <pc:sldMkLst>
          <pc:docMk/>
          <pc:sldMk cId="1023352497" sldId="294"/>
        </pc:sldMkLst>
      </pc:sldChg>
      <pc:sldChg chg="mod setBg">
        <pc:chgData name="annaasgaraly@ibm.com" userId="" providerId="" clId="Web-{10340FDF-B15C-4CFF-B487-146F9B98A252}" dt="2021-08-10T21:47:37.589" v="27"/>
        <pc:sldMkLst>
          <pc:docMk/>
          <pc:sldMk cId="3093198887" sldId="298"/>
        </pc:sldMkLst>
      </pc:sldChg>
      <pc:sldChg chg="mod setBg">
        <pc:chgData name="annaasgaraly@ibm.com" userId="" providerId="" clId="Web-{10340FDF-B15C-4CFF-B487-146F9B98A252}" dt="2021-08-10T21:46:43.870" v="26"/>
        <pc:sldMkLst>
          <pc:docMk/>
          <pc:sldMk cId="733461713" sldId="321"/>
        </pc:sldMkLst>
      </pc:sldChg>
      <pc:sldChg chg="modSp mod setBg">
        <pc:chgData name="annaasgaraly@ibm.com" userId="" providerId="" clId="Web-{10340FDF-B15C-4CFF-B487-146F9B98A252}" dt="2021-08-10T21:42:44.994" v="17" actId="1076"/>
        <pc:sldMkLst>
          <pc:docMk/>
          <pc:sldMk cId="1277611629" sldId="327"/>
        </pc:sldMkLst>
        <pc:spChg chg="mod">
          <ac:chgData name="annaasgaraly@ibm.com" userId="" providerId="" clId="Web-{10340FDF-B15C-4CFF-B487-146F9B98A252}" dt="2021-08-10T21:42:44.994" v="17" actId="1076"/>
          <ac:spMkLst>
            <pc:docMk/>
            <pc:sldMk cId="1277611629" sldId="327"/>
            <ac:spMk id="6" creationId="{2C36AF9D-A911-994B-90EA-013D4CDA5604}"/>
          </ac:spMkLst>
        </pc:spChg>
      </pc:sldChg>
      <pc:sldChg chg="modSp mod setBg">
        <pc:chgData name="annaasgaraly@ibm.com" userId="" providerId="" clId="Web-{10340FDF-B15C-4CFF-B487-146F9B98A252}" dt="2021-08-10T21:41:36.353" v="12" actId="1076"/>
        <pc:sldMkLst>
          <pc:docMk/>
          <pc:sldMk cId="661040741" sldId="329"/>
        </pc:sldMkLst>
        <pc:picChg chg="mod">
          <ac:chgData name="annaasgaraly@ibm.com" userId="" providerId="" clId="Web-{10340FDF-B15C-4CFF-B487-146F9B98A252}" dt="2021-08-10T21:41:36.338" v="9" actId="1076"/>
          <ac:picMkLst>
            <pc:docMk/>
            <pc:sldMk cId="661040741" sldId="329"/>
            <ac:picMk id="8" creationId="{F88AB437-E43C-436D-B35E-51887C103800}"/>
          </ac:picMkLst>
        </pc:picChg>
        <pc:picChg chg="mod">
          <ac:chgData name="annaasgaraly@ibm.com" userId="" providerId="" clId="Web-{10340FDF-B15C-4CFF-B487-146F9B98A252}" dt="2021-08-10T21:41:36.338" v="10" actId="1076"/>
          <ac:picMkLst>
            <pc:docMk/>
            <pc:sldMk cId="661040741" sldId="329"/>
            <ac:picMk id="9" creationId="{89FBF71A-DDF5-4BAA-B9B5-91B4675FF80E}"/>
          </ac:picMkLst>
        </pc:picChg>
        <pc:picChg chg="mod">
          <ac:chgData name="annaasgaraly@ibm.com" userId="" providerId="" clId="Web-{10340FDF-B15C-4CFF-B487-146F9B98A252}" dt="2021-08-10T21:41:36.338" v="11" actId="1076"/>
          <ac:picMkLst>
            <pc:docMk/>
            <pc:sldMk cId="661040741" sldId="329"/>
            <ac:picMk id="10" creationId="{225AE237-9A47-4E0B-AE8A-DD0CED30B39D}"/>
          </ac:picMkLst>
        </pc:picChg>
        <pc:picChg chg="mod">
          <ac:chgData name="annaasgaraly@ibm.com" userId="" providerId="" clId="Web-{10340FDF-B15C-4CFF-B487-146F9B98A252}" dt="2021-08-10T21:41:36.353" v="12" actId="1076"/>
          <ac:picMkLst>
            <pc:docMk/>
            <pc:sldMk cId="661040741" sldId="329"/>
            <ac:picMk id="11" creationId="{E1021DDF-7C74-4FD8-AE38-AFFCC057C8C2}"/>
          </ac:picMkLst>
        </pc:picChg>
      </pc:sldChg>
      <pc:sldChg chg="delSp">
        <pc:chgData name="annaasgaraly@ibm.com" userId="" providerId="" clId="Web-{10340FDF-B15C-4CFF-B487-146F9B98A252}" dt="2021-08-10T21:41:45.322" v="13"/>
        <pc:sldMkLst>
          <pc:docMk/>
          <pc:sldMk cId="724038033" sldId="330"/>
        </pc:sldMkLst>
        <pc:picChg chg="del">
          <ac:chgData name="annaasgaraly@ibm.com" userId="" providerId="" clId="Web-{10340FDF-B15C-4CFF-B487-146F9B98A252}" dt="2021-08-10T21:41:45.322" v="13"/>
          <ac:picMkLst>
            <pc:docMk/>
            <pc:sldMk cId="724038033" sldId="330"/>
            <ac:picMk id="5" creationId="{CB1F49FF-991F-486B-915B-B77CF4EFA4FC}"/>
          </ac:picMkLst>
        </pc:picChg>
      </pc:sldChg>
      <pc:sldChg chg="delSp">
        <pc:chgData name="annaasgaraly@ibm.com" userId="" providerId="" clId="Web-{10340FDF-B15C-4CFF-B487-146F9B98A252}" dt="2021-08-10T21:41:47.681" v="14"/>
        <pc:sldMkLst>
          <pc:docMk/>
          <pc:sldMk cId="1980221439" sldId="331"/>
        </pc:sldMkLst>
        <pc:picChg chg="del">
          <ac:chgData name="annaasgaraly@ibm.com" userId="" providerId="" clId="Web-{10340FDF-B15C-4CFF-B487-146F9B98A252}" dt="2021-08-10T21:41:47.681" v="14"/>
          <ac:picMkLst>
            <pc:docMk/>
            <pc:sldMk cId="1980221439" sldId="331"/>
            <ac:picMk id="2" creationId="{8A66F7ED-A8F1-451C-8775-2EC870DFBB7B}"/>
          </ac:picMkLst>
        </pc:picChg>
      </pc:sldChg>
      <pc:sldChg chg="delSp">
        <pc:chgData name="annaasgaraly@ibm.com" userId="" providerId="" clId="Web-{10340FDF-B15C-4CFF-B487-146F9B98A252}" dt="2021-08-10T21:41:49.431" v="15"/>
        <pc:sldMkLst>
          <pc:docMk/>
          <pc:sldMk cId="2560061391" sldId="332"/>
        </pc:sldMkLst>
        <pc:picChg chg="del">
          <ac:chgData name="annaasgaraly@ibm.com" userId="" providerId="" clId="Web-{10340FDF-B15C-4CFF-B487-146F9B98A252}" dt="2021-08-10T21:41:49.431" v="15"/>
          <ac:picMkLst>
            <pc:docMk/>
            <pc:sldMk cId="2560061391" sldId="332"/>
            <ac:picMk id="3" creationId="{5183A175-625A-4E5B-9091-5DB0C049168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D167474-952B-AC43-BEC3-541C80E3FD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6DC1C6-1287-2C4A-84C8-98EFD82F9A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936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1B1DFE-DEC1-F84C-B64B-0BC4AFB87332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B322D0-710C-764D-ADE9-C566FF3B05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2A2AE0-FDA0-1248-8D07-A5244E897E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763713"/>
            <a:ext cx="2971800" cy="9366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91E733-BECA-E944-9B7F-321864631F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0155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497948-54D2-43F8-9A63-A99FE3051738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BDA0E2-FEBD-4B65-8F16-724CF984F3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222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8315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275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966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BDA0E2-FEBD-4B65-8F16-724CF984F377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503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FDF747-B622-7F48-9215-C3A606BDE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72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E525-4063-4C4F-8334-FBA02DB693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4EC97-9D34-BE48-9367-02F3BA1482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BB8E19-FEF2-7A4B-8575-5AFEB134BC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A4E28-3138-784C-8CBB-8586D8EE0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B07D0F-3645-6B43-9AD7-762199572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83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63CE8-FC8A-B648-971E-6DC96997A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34958-58AE-3F4E-8C00-440B25A93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872462-6007-A64A-86E6-F5ED46C87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379FD-EE00-8243-9FA5-BC4C116F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2C754-6A4A-424A-B972-C341147C4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851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B8FC9-14F0-064F-BEB7-9DA0B5822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565333-3885-5246-9997-584B944334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A3D495-0AB7-4245-BD03-FEF725EE8B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A3532B-22A8-4948-8614-690AB67FC7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5A5D6-868E-4849-A5DA-84702CEDF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682E35-43FC-E946-AA84-7E00546A2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983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4121-1457-7D45-BFFD-BECD66497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E09A76-C125-0945-BCD8-FF2A0498A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B142CC-BC3F-664E-A6C2-3854B8D4E8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FA8D54-9ED9-E345-B69E-FF5D485B1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9B295F-F3C2-5646-A5F3-194FE6EFEB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516157-5FC9-E841-A6FC-14EBCFDEC6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4E072-D5B7-D647-82C0-40BEAE857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A73D6E-2A82-7344-BB8C-513E6DA4E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103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9B4CE-9E7B-564C-A6C3-DCABF996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F8A31D-92A5-DF47-9C3A-9F9C1CF8FC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7EADA-8BC4-974C-BBA1-7390F15FD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9EC0A8-C281-FF40-A774-EAF6089BB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880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027EBC-C9EC-5844-B3BF-5151B2F70E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664BF-C7CE-DC46-9D6D-A9335EE9D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AAD4E-B732-E349-8793-C20A3D6B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628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73A651-FEEA-2140-82D8-9C06A36F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2DAEA-C881-354D-A17E-2A95857F0C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2148C2-62EB-B446-BB7C-69F5E4806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14D069-D155-9141-9045-DB419047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0EE34C-EABB-6848-A341-7CA0C2937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C04AAD-C125-DD44-8102-9F2882080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351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BD611A-FFDF-C848-A433-C5B125C40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6C0E97-AC3D-784B-96B7-0D18B5A35A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B37986-0214-C348-AB5F-D54BF2881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860A9-8610-9347-BAE7-F23CCA13E55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249D7C-BCAA-DE44-AE89-5178DA8D8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319C3-A65D-764B-BD49-57D0082AE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313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DD383-EB92-5540-96BB-199B7760E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9FED7B-4DA5-4346-B7E2-D18782430F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B5F2C-52A9-3047-A473-9FFC051518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C041C9-0677-664D-B2BB-69B0A6A70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34EA4-D670-2C41-9EF4-392023D22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49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05DB93-A58E-714C-BD6E-76F1D21AEA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F83819-F149-7645-A0DD-B53DD9D848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FB065F-A67E-EF4E-A12F-EB30F584E49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E4E5C39-FE1E-4048-9E78-68F07A4195FB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E9D5F-8CC5-8740-9426-35E9D812F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B1DE0B-93CB-5C41-B581-C00D0F9F7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90C97C-0095-2443-AC12-FA4CBA4AC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29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48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30FDD2-E0CC-3E4C-A49E-91BE8BE036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078290"/>
      </p:ext>
    </p:extLst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119083-F06C-6F4F-9852-321B8C953CC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10309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5B246-E282-3742-BD72-B1BCDC5A64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14772" y="6025573"/>
            <a:ext cx="27432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rgbClr val="1C7DDB"/>
                </a:solidFill>
                <a:latin typeface="Abadi" panose="020B0604020104020204" pitchFamily="34" charset="0"/>
              </a:defRPr>
            </a:lvl1pPr>
          </a:lstStyle>
          <a:p>
            <a:fld id="{A190C97C-0095-2443-AC12-FA4CBA4ACD4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310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C36AF9D-A911-994B-90EA-013D4CDA5604}"/>
              </a:ext>
            </a:extLst>
          </p:cNvPr>
          <p:cNvSpPr txBox="1"/>
          <p:nvPr/>
        </p:nvSpPr>
        <p:spPr>
          <a:xfrm>
            <a:off x="888546" y="4568734"/>
            <a:ext cx="2514600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  <a:latin typeface="Abadi"/>
                <a:ea typeface="SF Pro" pitchFamily="2" charset="0"/>
                <a:cs typeface="SF Pro" pitchFamily="2" charset="0"/>
              </a:rPr>
              <a:t>MOOC Student</a:t>
            </a:r>
            <a:endParaRPr lang="en-US" dirty="0">
              <a:solidFill>
                <a:schemeClr val="bg2"/>
              </a:solidFill>
              <a:latin typeface="Abadi"/>
              <a:ea typeface="SF Pro" pitchFamily="2" charset="0"/>
              <a:cs typeface="SF Pro" pitchFamily="2" charset="0"/>
            </a:endParaRPr>
          </a:p>
          <a:p>
            <a:r>
              <a:rPr lang="en-US" dirty="0" smtClean="0">
                <a:solidFill>
                  <a:schemeClr val="bg2"/>
                </a:solidFill>
                <a:latin typeface="Abadi" panose="020B0604020104020204" pitchFamily="34" charset="0"/>
                <a:ea typeface="SF Pro" pitchFamily="2" charset="0"/>
                <a:cs typeface="SF Pro" pitchFamily="2" charset="0"/>
              </a:rPr>
              <a:t>August</a:t>
            </a:r>
            <a:endParaRPr lang="en-US" dirty="0">
              <a:solidFill>
                <a:schemeClr val="bg2"/>
              </a:solidFill>
              <a:latin typeface="Abadi" panose="020B0604020104020204" pitchFamily="34" charset="0"/>
              <a:ea typeface="SF Pro" pitchFamily="2" charset="0"/>
              <a:cs typeface="SF Pro" pitchFamily="2" charset="0"/>
            </a:endParaRPr>
          </a:p>
        </p:txBody>
      </p:sp>
      <p:pic>
        <p:nvPicPr>
          <p:cNvPr id="2" name="Picture 2" descr="IBM Skills Network Logo - Horizontal-noai copy.png">
            <a:extLst>
              <a:ext uri="{FF2B5EF4-FFF2-40B4-BE49-F238E27FC236}">
                <a16:creationId xmlns:a16="http://schemas.microsoft.com/office/drawing/2014/main" id="{4F94DBE5-2DCC-401E-95AA-12E04A97FB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20" y="676828"/>
            <a:ext cx="2104103" cy="629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7611629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fld id="{5075537C-CA84-1446-933C-8E9D027F920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697" y="2113240"/>
            <a:ext cx="5167086" cy="3320824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Executive Summary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Introduction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Methodology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Conclusion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Appendix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Outline</a:t>
            </a:r>
          </a:p>
        </p:txBody>
      </p:sp>
    </p:spTree>
    <p:extLst>
      <p:ext uri="{BB962C8B-B14F-4D97-AF65-F5344CB8AC3E}">
        <p14:creationId xmlns:p14="http://schemas.microsoft.com/office/powerpoint/2010/main" val="724038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9EF1473-3ADD-43F1-A495-57AAB7FD902F}"/>
              </a:ext>
            </a:extLst>
          </p:cNvPr>
          <p:cNvSpPr txBox="1">
            <a:spLocks/>
          </p:cNvSpPr>
          <p:nvPr/>
        </p:nvSpPr>
        <p:spPr>
          <a:xfrm>
            <a:off x="958903" y="1706880"/>
            <a:ext cx="9282377" cy="472033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3200" b="1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Methodologies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 Collection via Web scraping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Wrangling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Complete the EDA with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Visualization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Dashboard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3200" b="1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All 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first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stage of the Falcon 9 lands successfully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Executive Summary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221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03FD9-22AB-4833-9FE0-E1E67C968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5075537C-CA84-1446-933C-8E9D027F9201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6CA66F18-AF00-434A-AB3C-61097BEAE5FA}"/>
              </a:ext>
            </a:extLst>
          </p:cNvPr>
          <p:cNvSpPr txBox="1">
            <a:spLocks/>
          </p:cNvSpPr>
          <p:nvPr/>
        </p:nvSpPr>
        <p:spPr>
          <a:xfrm>
            <a:off x="828068" y="538650"/>
            <a:ext cx="10530114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Introduction</a:t>
            </a:r>
            <a:endParaRPr lang="en-US">
              <a:solidFill>
                <a:srgbClr val="0B49CB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E999A1B-8752-489F-A63B-EA2F60186B52}"/>
              </a:ext>
            </a:extLst>
          </p:cNvPr>
          <p:cNvSpPr txBox="1">
            <a:spLocks/>
          </p:cNvSpPr>
          <p:nvPr/>
        </p:nvSpPr>
        <p:spPr>
          <a:xfrm>
            <a:off x="958697" y="1422400"/>
            <a:ext cx="9997170" cy="45042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1400"/>
              </a:spcBef>
              <a:buNone/>
            </a:pPr>
            <a:r>
              <a:rPr lang="en-US" sz="32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Project background and </a:t>
            </a:r>
            <a:r>
              <a:rPr lang="en-US" sz="3200" b="1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context</a:t>
            </a:r>
          </a:p>
          <a:p>
            <a:pPr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Space Y wants to launch rockets with minimal costs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spcBef>
                <a:spcPts val="1400"/>
              </a:spcBef>
              <a:buNone/>
            </a:pPr>
            <a:endParaRPr lang="en-US" sz="2200" b="1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spcBef>
                <a:spcPts val="1400"/>
              </a:spcBef>
              <a:buNone/>
            </a:pPr>
            <a:endParaRPr lang="en-US" sz="2200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spcBef>
                <a:spcPts val="1400"/>
              </a:spcBef>
              <a:buNone/>
            </a:pPr>
            <a:r>
              <a:rPr lang="en-US" sz="32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Problems you want to find </a:t>
            </a:r>
            <a:r>
              <a:rPr lang="en-US" sz="3200" b="1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answers</a:t>
            </a:r>
          </a:p>
          <a:p>
            <a:pPr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Determine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the price of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each launch</a:t>
            </a:r>
          </a:p>
          <a:p>
            <a:pPr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Determine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if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SpaceX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will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reuse the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first stage</a:t>
            </a: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spcBef>
                <a:spcPts val="1400"/>
              </a:spcBef>
              <a:buNone/>
            </a:pPr>
            <a:endParaRPr lang="en-US" sz="2200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06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1BF29A-91D2-784B-9589-F5A388316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356350"/>
            <a:ext cx="2743200" cy="365125"/>
          </a:xfrm>
        </p:spPr>
        <p:txBody>
          <a:bodyPr/>
          <a:lstStyle/>
          <a:p>
            <a:fld id="{5075537C-CA84-1446-933C-8E9D027F9201}" type="slidenum">
              <a:rPr lang="en-US" smtClean="0"/>
              <a:t>5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393D11-6810-B94E-A01A-A2D00E82E738}"/>
              </a:ext>
            </a:extLst>
          </p:cNvPr>
          <p:cNvSpPr txBox="1"/>
          <p:nvPr/>
        </p:nvSpPr>
        <p:spPr>
          <a:xfrm>
            <a:off x="765313" y="2812774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1</a:t>
            </a:r>
          </a:p>
        </p:txBody>
      </p:sp>
    </p:spTree>
    <p:extLst>
      <p:ext uri="{BB962C8B-B14F-4D97-AF65-F5344CB8AC3E}">
        <p14:creationId xmlns:p14="http://schemas.microsoft.com/office/powerpoint/2010/main" val="309319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2CF01-5F8F-9D43-96B9-A581954BA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BFEC426-B615-E549-83E5-140FD588BC64}"/>
              </a:ext>
            </a:extLst>
          </p:cNvPr>
          <p:cNvSpPr txBox="1">
            <a:spLocks/>
          </p:cNvSpPr>
          <p:nvPr/>
        </p:nvSpPr>
        <p:spPr>
          <a:xfrm>
            <a:off x="770011" y="1580808"/>
            <a:ext cx="10104817" cy="5211877"/>
          </a:xfrm>
          <a:prstGeom prst="rect">
            <a:avLst/>
          </a:prstGeom>
        </p:spPr>
        <p:txBody>
          <a:bodyPr lIns="91440" tIns="45720" rIns="91440" bIns="45720" anchor="t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1400"/>
              </a:spcBef>
              <a:buNone/>
            </a:pPr>
            <a:r>
              <a:rPr lang="en-US" sz="8800" dirty="0">
                <a:solidFill>
                  <a:srgbClr val="0B49CB"/>
                </a:solidFill>
                <a:latin typeface="Abadi"/>
              </a:rPr>
              <a:t>Executive Summary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Data collection methodology: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 smtClean="0">
                <a:solidFill>
                  <a:schemeClr val="bg2">
                    <a:lumMod val="50000"/>
                  </a:schemeClr>
                </a:solidFill>
                <a:latin typeface="Abadi"/>
              </a:rPr>
              <a:t>Using </a:t>
            </a:r>
            <a:r>
              <a:rPr lang="en-US" sz="7600" dirty="0" err="1" smtClean="0">
                <a:solidFill>
                  <a:schemeClr val="bg2">
                    <a:lumMod val="50000"/>
                  </a:schemeClr>
                </a:solidFill>
                <a:latin typeface="Abadi"/>
              </a:rPr>
              <a:t>SpaceX</a:t>
            </a:r>
            <a:r>
              <a:rPr lang="en-US" sz="7600" dirty="0" smtClean="0">
                <a:solidFill>
                  <a:schemeClr val="bg2">
                    <a:lumMod val="50000"/>
                  </a:schemeClr>
                </a:solidFill>
                <a:latin typeface="Abadi"/>
              </a:rPr>
              <a:t> </a:t>
            </a: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API and Web scraping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data wrangling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 smtClean="0">
                <a:solidFill>
                  <a:schemeClr val="bg2">
                    <a:lumMod val="50000"/>
                  </a:schemeClr>
                </a:solidFill>
                <a:latin typeface="Abadi"/>
              </a:rPr>
              <a:t>Use flowcharts and key phrases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exploratory data analysis (EDA) using visualization and SQL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</a:t>
            </a: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interactive visual analytics using Folium and </a:t>
            </a:r>
            <a:r>
              <a:rPr lang="en-US" sz="88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Plotly</a:t>
            </a: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 Dash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r>
              <a:rPr lang="en-US" sz="88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 predictive analysis using classification models</a:t>
            </a:r>
          </a:p>
          <a:p>
            <a:pPr lvl="1">
              <a:lnSpc>
                <a:spcPct val="120000"/>
              </a:lnSpc>
              <a:spcBef>
                <a:spcPts val="1400"/>
              </a:spcBef>
            </a:pPr>
            <a:r>
              <a:rPr lang="en-US" sz="7600" dirty="0" smtClean="0">
                <a:solidFill>
                  <a:schemeClr val="bg2">
                    <a:lumMod val="50000"/>
                  </a:schemeClr>
                </a:solidFill>
                <a:latin typeface="Abadi"/>
              </a:rPr>
              <a:t>Built</a:t>
            </a:r>
            <a:r>
              <a:rPr lang="en-US" sz="7600" dirty="0">
                <a:solidFill>
                  <a:schemeClr val="bg2">
                    <a:lumMod val="50000"/>
                  </a:schemeClr>
                </a:solidFill>
                <a:latin typeface="Abadi"/>
              </a:rPr>
              <a:t>, evaluated, improved, and found the best classification model </a:t>
            </a:r>
          </a:p>
          <a:p>
            <a:pPr>
              <a:lnSpc>
                <a:spcPct val="120000"/>
              </a:lnSpc>
              <a:spcBef>
                <a:spcPts val="1400"/>
              </a:spcBef>
            </a:pPr>
            <a:endParaRPr lang="en-US" sz="88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C62649-0825-4926-8E2A-2EBCCFE00EC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Methodology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34327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32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sets were </a:t>
            </a:r>
            <a:r>
              <a:rPr lang="en-US" sz="3200" b="1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collected</a:t>
            </a:r>
            <a:endParaRPr lang="en-US" sz="3200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API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will give us data about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launches,including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information about the rocket used, payload delivered, launch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specifications,landing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specifications, and landing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outcome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Web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scrape some HTML tables that contain valuable Falcon 9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launch records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D77AC1D2-8B41-4A7A-88CF-41E6B7D8C98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8665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20738" y="1800225"/>
            <a:ext cx="4640263" cy="422592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data collection with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SpaceX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REST calls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GitHub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URL of the completed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SpaceX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 API calls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notebook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latin typeface="Abadi" panose="020B0604020104020204"/>
              </a:rPr>
              <a:t>https://github.com/dennislamcv1/IBMDS/blob/main/Applied%20Data%20Science%20Capstone%202022/jupyter-labs-spacex-data-collection-api.ipynb</a:t>
            </a: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066AA34-20EE-4A59-B343-346A8DB5667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– SpaceX API</a:t>
            </a:r>
          </a:p>
        </p:txBody>
      </p:sp>
      <p:sp>
        <p:nvSpPr>
          <p:cNvPr id="2" name="Oval 1"/>
          <p:cNvSpPr/>
          <p:nvPr/>
        </p:nvSpPr>
        <p:spPr>
          <a:xfrm>
            <a:off x="6027811" y="3409420"/>
            <a:ext cx="1947333" cy="1007533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36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API</a:t>
            </a:r>
            <a:endParaRPr lang="en-MY" sz="3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Oval 8"/>
          <p:cNvSpPr/>
          <p:nvPr/>
        </p:nvSpPr>
        <p:spPr>
          <a:xfrm>
            <a:off x="8815612" y="4588275"/>
            <a:ext cx="1947333" cy="100753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Past Launch</a:t>
            </a:r>
            <a:endParaRPr lang="en-MY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Oval 9"/>
          <p:cNvSpPr/>
          <p:nvPr/>
        </p:nvSpPr>
        <p:spPr>
          <a:xfrm>
            <a:off x="8640762" y="2230565"/>
            <a:ext cx="2318054" cy="100753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Capsules</a:t>
            </a:r>
            <a:endParaRPr lang="en-MY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Oval 10"/>
          <p:cNvSpPr/>
          <p:nvPr/>
        </p:nvSpPr>
        <p:spPr>
          <a:xfrm>
            <a:off x="8815614" y="3409420"/>
            <a:ext cx="1947333" cy="1007533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800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Cores</a:t>
            </a:r>
            <a:endParaRPr lang="en-MY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7594600" y="3039533"/>
            <a:ext cx="1120172" cy="369887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7975144" y="3913186"/>
            <a:ext cx="84046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7594600" y="4452359"/>
            <a:ext cx="1181931" cy="49138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16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D0411-8FF8-C540-84AE-DBA0703D3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9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AB2AC-B7E6-6849-9AE9-697369407F8F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922411" y="1792288"/>
            <a:ext cx="3932238" cy="3811587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your web scraping process using key phrases and flowcharts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GitHub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URL of the completed web scraping notebook, </a:t>
            </a: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https://github.com/dennislamcv1/IBMDS/blob/main/Applied%20Data%20Science%20Capstone%202022/jupyter-labs-webscraping.ipynb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B84506E-0B2F-4BA8-892E-8CE3753AF954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endParaRPr lang="en-US">
              <a:solidFill>
                <a:srgbClr val="1C7DDB"/>
              </a:solidFill>
              <a:latin typeface="Abadi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4F5ABFD-B4D4-43FF-959F-AFAF45B45269}"/>
              </a:ext>
            </a:extLst>
          </p:cNvPr>
          <p:cNvSpPr txBox="1">
            <a:spLocks/>
          </p:cNvSpPr>
          <p:nvPr/>
        </p:nvSpPr>
        <p:spPr>
          <a:xfrm>
            <a:off x="922411" y="6910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Collection - Scraping</a:t>
            </a:r>
            <a:endParaRPr lang="en-US" dirty="0">
              <a:solidFill>
                <a:srgbClr val="0B49CB"/>
              </a:solidFill>
            </a:endParaRP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8B78C759-C687-440F-8CAE-D3071F1AB630}"/>
              </a:ext>
            </a:extLst>
          </p:cNvPr>
          <p:cNvSpPr txBox="1">
            <a:spLocks/>
          </p:cNvSpPr>
          <p:nvPr/>
        </p:nvSpPr>
        <p:spPr>
          <a:xfrm>
            <a:off x="5910262" y="1792288"/>
            <a:ext cx="5461000" cy="4206875"/>
          </a:xfrm>
          <a:prstGeom prst="rect">
            <a:avLst/>
          </a:prstGeom>
          <a:ln>
            <a:solidFill>
              <a:srgbClr val="0B49CB"/>
            </a:solidFill>
            <a:prstDash val="dash"/>
          </a:ln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sz="2200" dirty="0">
              <a:solidFill>
                <a:srgbClr val="1C7DDB"/>
              </a:solidFill>
              <a:latin typeface="Abad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sp>
        <p:nvSpPr>
          <p:cNvPr id="5" name="Oval 4"/>
          <p:cNvSpPr/>
          <p:nvPr/>
        </p:nvSpPr>
        <p:spPr>
          <a:xfrm>
            <a:off x="6027810" y="3312160"/>
            <a:ext cx="2367271" cy="123952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2000" dirty="0" err="1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BeautifulSoup</a:t>
            </a:r>
            <a:endParaRPr lang="en-MY" sz="2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Oval 6"/>
          <p:cNvSpPr/>
          <p:nvPr/>
        </p:nvSpPr>
        <p:spPr>
          <a:xfrm>
            <a:off x="8714772" y="3312160"/>
            <a:ext cx="2336800" cy="12395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dirty="0" smtClean="0"/>
              <a:t>Launch Records</a:t>
            </a:r>
            <a:endParaRPr lang="en-MY" dirty="0"/>
          </a:p>
        </p:txBody>
      </p:sp>
      <p:cxnSp>
        <p:nvCxnSpPr>
          <p:cNvPr id="12" name="Straight Arrow Connector 11"/>
          <p:cNvCxnSpPr>
            <a:stCxn id="5" idx="6"/>
            <a:endCxn id="7" idx="2"/>
          </p:cNvCxnSpPr>
          <p:nvPr/>
        </p:nvCxnSpPr>
        <p:spPr>
          <a:xfrm>
            <a:off x="8395081" y="3931920"/>
            <a:ext cx="319691" cy="0"/>
          </a:xfrm>
          <a:prstGeom prst="straightConnector1">
            <a:avLst/>
          </a:prstGeom>
          <a:ln w="57150">
            <a:solidFill>
              <a:srgbClr val="12161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85553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021CA9-7CB7-1046-8FA0-21F127C19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584960"/>
            <a:ext cx="8975652" cy="4592003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Describe how data were </a:t>
            </a:r>
            <a:r>
              <a:rPr lang="en-US" sz="3200" b="1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processed</a:t>
            </a:r>
          </a:p>
          <a:p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the number of launches on each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site</a:t>
            </a:r>
          </a:p>
          <a:p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the number and occurrence of each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orbit</a:t>
            </a:r>
          </a:p>
          <a:p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the number and occurrence of mission outcome per orbit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type</a:t>
            </a:r>
          </a:p>
          <a:p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Create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 landing outcome label from outcome column</a:t>
            </a:r>
          </a:p>
          <a:p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need to present your data wrangling process using key phrases and flowcharts</a:t>
            </a:r>
          </a:p>
          <a:p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Add the GitHub URL of your completed data wrangling related notebooks, as an external reference and peer-review purpose</a:t>
            </a:r>
          </a:p>
          <a:p>
            <a:r>
              <a:rPr lang="en-US" sz="2000" dirty="0">
                <a:latin typeface="Abadi" panose="020B0604020104020204"/>
              </a:rPr>
              <a:t>https://github.com/dennislamcv1/IBMDS/blob/main/Applied%20Data%20Science%20Capstone%202022/labs-jupyter-spacex-Data%20wrangling.ipynb</a:t>
            </a:r>
            <a:endParaRPr lang="en-US" sz="2000" dirty="0">
              <a:latin typeface="Abadi" panose="020B0604020104020204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A665A13-3129-46DF-B847-F273F3E96BE6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Data Wrangling</a:t>
            </a:r>
          </a:p>
        </p:txBody>
      </p:sp>
    </p:spTree>
    <p:extLst>
      <p:ext uri="{BB962C8B-B14F-4D97-AF65-F5344CB8AC3E}">
        <p14:creationId xmlns:p14="http://schemas.microsoft.com/office/powerpoint/2010/main" val="2987552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E03D3-761E-7549-A4C6-7E585EBC4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what charts were plotted and why you used those </a:t>
            </a:r>
            <a:r>
              <a:rPr lang="en-US" sz="2200" b="1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charts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relationship between Flight Number and Launch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Site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relationship between Payload and Launch Site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relationship between success rate of each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relationship between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FlightNumber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and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relationship between Payload and Orbit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launch success yearly trend</a:t>
            </a:r>
          </a:p>
          <a:p>
            <a:r>
              <a:rPr lang="en-US" sz="2000" dirty="0">
                <a:latin typeface="Abadi" panose="020B0604020104020204"/>
              </a:rPr>
              <a:t>https://github.com/dennislamcv1/IBMDS/blob/main/Applied%20Data%20Science%20Capstone%202022/jupyter-labs-eda-dataviz.ipynb</a:t>
            </a:r>
            <a:endParaRPr lang="en-US" sz="2000" dirty="0">
              <a:latin typeface="Abadi" panose="020B0604020104020204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9E97D81-A978-4758-8A93-47C19B10407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 Data Visualization</a:t>
            </a:r>
          </a:p>
        </p:txBody>
      </p:sp>
    </p:spTree>
    <p:extLst>
      <p:ext uri="{BB962C8B-B14F-4D97-AF65-F5344CB8AC3E}">
        <p14:creationId xmlns:p14="http://schemas.microsoft.com/office/powerpoint/2010/main" val="779971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7B1B70-690D-5945-90C2-196E1304B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12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06575"/>
            <a:ext cx="9745589" cy="4351338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3200" b="1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Summarize </a:t>
            </a:r>
            <a:r>
              <a:rPr lang="en-US" sz="3200" b="1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the SQL queries you </a:t>
            </a:r>
            <a:r>
              <a:rPr lang="en-US" sz="3200" b="1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performed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Retrieve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the most recent date from the </a:t>
            </a:r>
            <a:r>
              <a:rPr lang="en-US" sz="2200" dirty="0" err="1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SpaceX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 table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Display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the minimum payload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mass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Total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payload_mass_kg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carried by the booster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versions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Display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5 records launched on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Friday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Unique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launch sites</a:t>
            </a:r>
          </a:p>
          <a:p>
            <a:r>
              <a:rPr lang="en-US" sz="2000" dirty="0">
                <a:latin typeface="Abadi" panose="020B0604020104020204"/>
              </a:rPr>
              <a:t>https://github.com/dennislamcv1/IBMDS/blob/main/Applied%20Data%20Science%20Capstone%202022/jupyter-labs-eda-sql-coursera.ipynb</a:t>
            </a:r>
            <a:endParaRPr lang="en-US" sz="2000" dirty="0">
              <a:latin typeface="Abadi" panose="020B0604020104020204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2405FDA-CB27-4506-BA80-B7DD00CB25C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EDA with SQL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872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544320"/>
            <a:ext cx="10515600" cy="468207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32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map objects such as markers, circles, lines, etc. you created and added to a folium </a:t>
            </a:r>
            <a:r>
              <a:rPr lang="en-US" sz="3200" b="1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map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Mark all launch sites on a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map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Mark the success/failed launches for each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site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distances between a launch site to its proximities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why you added those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objects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r>
              <a:rPr lang="en-US" sz="2000" dirty="0">
                <a:latin typeface="Abadi" panose="020B0604020104020204"/>
              </a:rPr>
              <a:t>https://github.com/dennislamcv1/IBMDS/blob/main/Applied%20Data%20Science%20Capstone%202022/lab_jupyter_launch_site_location.ipynb</a:t>
            </a:r>
            <a:endParaRPr lang="en-US" sz="2000" dirty="0">
              <a:latin typeface="Abadi" panose="020B0604020104020204"/>
            </a:endParaRPr>
          </a:p>
          <a:p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28946E4-5BEF-46F0-A56A-E7E85ACA148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an Interactive Map with Folium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1143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DB26FF-76AA-124F-92D8-C93C45D21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32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what plots/graphs and interactions you have added to a </a:t>
            </a:r>
            <a:r>
              <a:rPr lang="en-US" sz="3200" b="1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dashboard</a:t>
            </a:r>
            <a:endParaRPr lang="en-US" sz="2200" b="1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Analyzing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launch site geo and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proximities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Choose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an optimal launch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site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3200" b="1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Explain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why you added those plots and interactions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https://github.com/dennislamcv1/IBMDS/blob/main/Applied%20Data%20Science%20Capstone%202022/Build%20an%20Interactive%20Dashboard%20with%20Ploty%20Dash.ipynb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FC08B-7D2E-43A5-A528-821DCDCCCC8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Build a Dashboard with </a:t>
            </a:r>
            <a:r>
              <a:rPr lang="en-US" dirty="0" err="1">
                <a:solidFill>
                  <a:srgbClr val="0B49CB"/>
                </a:solidFill>
                <a:latin typeface="Abadi"/>
              </a:rPr>
              <a:t>Plotly</a:t>
            </a:r>
            <a:r>
              <a:rPr lang="en-US" dirty="0">
                <a:solidFill>
                  <a:srgbClr val="0B49CB"/>
                </a:solidFill>
                <a:latin typeface="Abadi"/>
              </a:rPr>
              <a:t> Dash</a:t>
            </a:r>
          </a:p>
        </p:txBody>
      </p:sp>
    </p:spTree>
    <p:extLst>
      <p:ext uri="{BB962C8B-B14F-4D97-AF65-F5344CB8AC3E}">
        <p14:creationId xmlns:p14="http://schemas.microsoft.com/office/powerpoint/2010/main" val="3345327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1B08F2-C4AD-A440-BB78-A0625E288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4"/>
            <a:ext cx="9745589" cy="473773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3200" b="1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Summarize how you built, evaluated, improved, and found the best performing classification </a:t>
            </a:r>
            <a:r>
              <a:rPr lang="en-US" sz="3200" b="1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model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4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Create 2 classes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Standardize the </a:t>
            </a:r>
            <a:r>
              <a:rPr lang="en-US" sz="24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data</a:t>
            </a:r>
            <a:r>
              <a:rPr lang="en-US" sz="2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, </a:t>
            </a:r>
            <a:r>
              <a:rPr lang="en-US" sz="24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create </a:t>
            </a:r>
            <a:r>
              <a:rPr lang="en-US" sz="24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a logistic regression object then create a </a:t>
            </a:r>
            <a:r>
              <a:rPr lang="en-US" sz="2400" dirty="0" err="1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GridSearchCV</a:t>
            </a:r>
            <a:r>
              <a:rPr lang="en-US" sz="24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.</a:t>
            </a:r>
            <a:endParaRPr lang="en-US" sz="24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need present your model development process using key phrases and flowchart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https://github.com/dennislamcv1/IBMDS/blob/main/Applied%20Data%20Science%20Capstone%202022/SpaceX_Machine%20Learning%20Prediction_Part_5.ipynb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C857EDD-A3A7-434D-B8D5-401E872498D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Predictive Analysis (Classification)</a:t>
            </a:r>
          </a:p>
        </p:txBody>
      </p:sp>
    </p:spTree>
    <p:extLst>
      <p:ext uri="{BB962C8B-B14F-4D97-AF65-F5344CB8AC3E}">
        <p14:creationId xmlns:p14="http://schemas.microsoft.com/office/powerpoint/2010/main" val="181371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7B9C153-C85C-3240-8E7E-523FBC004564}"/>
              </a:ext>
            </a:extLst>
          </p:cNvPr>
          <p:cNvSpPr txBox="1">
            <a:spLocks/>
          </p:cNvSpPr>
          <p:nvPr/>
        </p:nvSpPr>
        <p:spPr>
          <a:xfrm>
            <a:off x="841125" y="1807337"/>
            <a:ext cx="7068725" cy="16216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rgbClr val="0070C0"/>
                </a:solidFill>
                <a:latin typeface="IBM Plex Mono Text" panose="020B0509050203000203" pitchFamily="49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Exploratory data analysis results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Interactive analytics demo in screenshots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Predictive analysis results</a:t>
            </a:r>
          </a:p>
          <a:p>
            <a:pPr lvl="1"/>
            <a:endParaRPr lang="en-US" sz="1800"/>
          </a:p>
          <a:p>
            <a:pPr marL="457200" lvl="1" indent="0">
              <a:buNone/>
            </a:pPr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5C363-925C-9E48-86B0-27D7D36E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16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30F9542-6794-4F57-BB45-868D94AD06B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Results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0089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18B93D-8F11-6347-95EE-BF68474E5B1F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2</a:t>
            </a:r>
          </a:p>
        </p:txBody>
      </p:sp>
    </p:spTree>
    <p:extLst>
      <p:ext uri="{BB962C8B-B14F-4D97-AF65-F5344CB8AC3E}">
        <p14:creationId xmlns:p14="http://schemas.microsoft.com/office/powerpoint/2010/main" val="178270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864972" y="2057400"/>
            <a:ext cx="10747907" cy="4461734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Flight Number vs. Launch </a:t>
            </a:r>
            <a:r>
              <a:rPr lang="en-CA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Site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plot data is very evenly distributed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4F4FCC5-6E7E-4FF0-BE45-680EEC392C9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Launch Site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899" y="2681126"/>
            <a:ext cx="10858052" cy="2122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605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19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2069757"/>
            <a:ext cx="10687961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scatter plot of Payload vs. Launch </a:t>
            </a:r>
            <a:r>
              <a:rPr lang="en-CA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Site</a:t>
            </a: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Majority less than 700 Pay Loads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6CCD949-E788-4375-9B07-478FA5684BC1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Launch Site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10" y="2784075"/>
            <a:ext cx="10859006" cy="238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7892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1424763"/>
            <a:ext cx="10687961" cy="4468939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4811A61-F7FB-4B19-9ED1-E0E2554A5BE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 Rate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568" y="1702303"/>
            <a:ext cx="7000547" cy="301980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573619" y="5061098"/>
            <a:ext cx="73506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badi" panose="020B0604020104020204"/>
              </a:rPr>
              <a:t>There are 4 equally orbit launched</a:t>
            </a:r>
            <a:endParaRPr lang="en-MY" sz="2400" dirty="0">
              <a:latin typeface="Abadi" panose="020B0604020104020204"/>
            </a:endParaRPr>
          </a:p>
        </p:txBody>
      </p:sp>
    </p:spTree>
    <p:extLst>
      <p:ext uri="{BB962C8B-B14F-4D97-AF65-F5344CB8AC3E}">
        <p14:creationId xmlns:p14="http://schemas.microsoft.com/office/powerpoint/2010/main" val="80090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69755"/>
            <a:ext cx="10515600" cy="4535439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Flight number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 marL="0" indent="0">
              <a:lnSpc>
                <a:spcPct val="100000"/>
              </a:lnSpc>
              <a:spcBef>
                <a:spcPts val="1400"/>
              </a:spcBef>
              <a:buNone/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Class 0 and 1 evenly 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21C109C-C017-4D19-928F-AED25AC30125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Flight Number vs. Orbit 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370" y="2943710"/>
            <a:ext cx="10586602" cy="238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727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10515600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scatter point of payload vs. orbit type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Payload less tha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n 7000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FE7D9E4-306D-49E3-9AC4-15D566FC72A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Payload vs. Orbit Type</a:t>
            </a:r>
            <a:endParaRPr lang="en-US" dirty="0">
              <a:solidFill>
                <a:srgbClr val="0B49CB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011" y="2646960"/>
            <a:ext cx="11148508" cy="238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405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BF7889-073A-E045-A3F2-45D63BD0F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827F3-F386-AA4E-80ED-D86DEF8C158D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1538344"/>
            <a:ext cx="10515600" cy="488886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CA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a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line chart of yearly average success rate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 smtClean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Each year improved success rate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D35FD2D-1BD2-45D7-B015-1A96C241520B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Success Yearly Trend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048" y="2262142"/>
            <a:ext cx="5015873" cy="3441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944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282700"/>
            <a:ext cx="9745589" cy="48942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the names of the unique launch sites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</a:t>
            </a: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here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6E60219-AE1B-47B6-9A1D-F2865D04BE52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All Launch Site Names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6979" y="2218453"/>
            <a:ext cx="5658141" cy="3022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78509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409700"/>
            <a:ext cx="9745589" cy="47672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5 records where launch sites begin with `CCA`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57C8CBA-1A0E-4CDF-A451-7AAA44D3983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Launch Site Names Begin with 'CCA'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991" y="2358151"/>
            <a:ext cx="6426530" cy="308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7386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435100"/>
            <a:ext cx="9745589" cy="47418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payload carried by boosters from NASA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D161C47-0660-416F-B4C2-25E4D35D69F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Payload Mass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242" y="2571690"/>
            <a:ext cx="6147116" cy="23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0147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333500"/>
            <a:ext cx="9745589" cy="48434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average payload mass carried by booster version F9 v1.1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52E17-48CB-4D60-BD56-71D197A29B38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Average Payload Mass by F9 v1.1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155" y="2385001"/>
            <a:ext cx="5639090" cy="234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5605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28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397000"/>
            <a:ext cx="9745589" cy="4779963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Find the dates of the first successful landing outcome on ground pad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F12CD3C-55B3-4129-817A-84D0B28F713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First Successful Ground Landing Date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361" y="2396259"/>
            <a:ext cx="5397777" cy="2781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6799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29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358900"/>
            <a:ext cx="9745589" cy="4818063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names of boosters which have successfully landed on drone ship and had payload mass greater than 4000 but less than 6000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your query result with a short explanation here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52C2E9C-C6BE-40BD-A406-CFB441363C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6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Successful Drone Ship Landing with Payload between 4000 and 6000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431" y="2615128"/>
            <a:ext cx="8509437" cy="2679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995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358900"/>
            <a:ext cx="9745589" cy="48180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Calculate the total number of successful and failure mission outcomes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9B32320-42D4-49FA-8047-C080B444B3A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Total Number of Successful and Failure Mission Outcomes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372" y="2543117"/>
            <a:ext cx="4521432" cy="22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9726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422400"/>
            <a:ext cx="9745589" cy="4754563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List the names of the booster which have carried the maximum payload mass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A7EB98F-A25F-4357-9775-478FC17F7F83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Boosters Carried Maximum Payload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8365" y="2501039"/>
            <a:ext cx="7175869" cy="259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6463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32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409700"/>
            <a:ext cx="9745589" cy="4767263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List the failed 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landing_outcomes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in drone ship, their booster versions, and launch site names for in year 2015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/>
              </a:rPr>
              <a:t>Present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your query result with a short explanation here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64DA114-677C-40D8-8FFA-43531834CFB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2015 Launch Records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665" y="2715194"/>
            <a:ext cx="7175869" cy="259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84391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28596A-0847-664A-9D47-5096383E5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33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333500"/>
            <a:ext cx="9745589" cy="4843463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Rank the count of landing outcomes (such as Failure (drone ship) or Success (ground pad)) between the date 2010-06-04 and 2017-03-20, in descending order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 smtClean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Present 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your query result with a short explanation here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4523243-E4D6-45EC-97C8-D44398FB741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Rank Landing Outcomes Between 2010-06-04 and 2017-03-20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096" y="2952682"/>
            <a:ext cx="5994708" cy="264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168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B25EC16-0638-FF41-B7CF-E42224EF7FA1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3</a:t>
            </a:r>
          </a:p>
        </p:txBody>
      </p:sp>
    </p:spTree>
    <p:extLst>
      <p:ext uri="{BB962C8B-B14F-4D97-AF65-F5344CB8AC3E}">
        <p14:creationId xmlns:p14="http://schemas.microsoft.com/office/powerpoint/2010/main" val="10233524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35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make a proper screenshot to include all launch sites’ location markers on a global map</a:t>
            </a:r>
            <a:endParaRPr lang="en-US" dirty="0">
              <a:solidFill>
                <a:schemeClr val="accent3">
                  <a:lumMod val="25000"/>
                </a:schemeClr>
              </a:solidFill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</a:p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176327-8CC4-4356-8BBB-DC4965CE9857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98167177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36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  <a:ea typeface="+mn-lt"/>
                <a:cs typeface="+mn-lt"/>
              </a:rPr>
              <a:t>Explore the folium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map and make a proper screenshot to show the color-labeled launch outcomes on the map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spcBef>
                <a:spcPts val="1400"/>
              </a:spcBef>
            </a:pPr>
            <a:endParaRPr lang="en-US">
              <a:solidFill>
                <a:schemeClr val="accent3">
                  <a:lumMod val="25000"/>
                </a:schemeClr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E0ECA32-E146-40DA-85CD-9677244BC3EC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2395978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37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690688"/>
            <a:ext cx="8597827" cy="4314825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&lt;Folium map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Explore the generated folium map and show the screenshot of a selected launch site to its proximities such as railway, highway, coastline, with distance calculated and displayed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4C97452-C78A-4701-B8AB-ABFE63D5BED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&lt;Folium Map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3249908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38BBD4D-F87B-2648-91EB-CF6A4BF6870A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4</a:t>
            </a:r>
          </a:p>
        </p:txBody>
      </p:sp>
    </p:spTree>
    <p:extLst>
      <p:ext uri="{BB962C8B-B14F-4D97-AF65-F5344CB8AC3E}">
        <p14:creationId xmlns:p14="http://schemas.microsoft.com/office/powerpoint/2010/main" val="73346171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39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0" y="1825625"/>
            <a:ext cx="9745589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1&gt;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launch success count for all sites, in a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456A072-47A6-4424-9ABE-F398119040DD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1&gt;</a:t>
            </a:r>
          </a:p>
        </p:txBody>
      </p:sp>
    </p:spTree>
    <p:extLst>
      <p:ext uri="{BB962C8B-B14F-4D97-AF65-F5344CB8AC3E}">
        <p14:creationId xmlns:p14="http://schemas.microsoft.com/office/powerpoint/2010/main" val="7001329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40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34027" y="1825625"/>
            <a:ext cx="10551583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Replace &lt;Dashboard screenshot 2&gt;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Show the screenshot of the </a:t>
            </a:r>
            <a:r>
              <a:rPr lang="en-US" sz="2200" dirty="0" err="1">
                <a:solidFill>
                  <a:schemeClr val="accent3">
                    <a:lumMod val="25000"/>
                  </a:schemeClr>
                </a:solidFill>
                <a:latin typeface="Abadi"/>
              </a:rPr>
              <a:t>piechart</a:t>
            </a: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 for the launch site with highest launch success ratio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</a:t>
            </a:r>
            <a:endParaRPr lang="en-US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EF94599-779E-457E-B57B-6063EBF7A840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2&gt;</a:t>
            </a:r>
          </a:p>
        </p:txBody>
      </p:sp>
    </p:spTree>
    <p:extLst>
      <p:ext uri="{BB962C8B-B14F-4D97-AF65-F5344CB8AC3E}">
        <p14:creationId xmlns:p14="http://schemas.microsoft.com/office/powerpoint/2010/main" val="18661607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82F32A-22A5-0046-9FAC-5295E4FA5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41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5D9F803-CDBC-C74C-AF1B-2B5937D1C24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770011" y="1825625"/>
            <a:ext cx="10414662" cy="4351338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Replace &lt;Dashboard screenshot 3&gt; title with an appropriate title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screenshots of Payload vs. Launch Outcome scatter plot for all sites, with different payload selected in the range slider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Explain the important elements and findings on the screenshot, such as which payload range or booster version have the largest success rate, etc.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D271BF5-BAA1-4CEB-A575-76A097FABBBA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&lt;Dashboard Screenshot 3&gt;</a:t>
            </a:r>
          </a:p>
        </p:txBody>
      </p:sp>
    </p:spTree>
    <p:extLst>
      <p:ext uri="{BB962C8B-B14F-4D97-AF65-F5344CB8AC3E}">
        <p14:creationId xmlns:p14="http://schemas.microsoft.com/office/powerpoint/2010/main" val="2523596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37DFD2-2B76-8445-A1BD-6628DC42C398}"/>
              </a:ext>
            </a:extLst>
          </p:cNvPr>
          <p:cNvSpPr txBox="1"/>
          <p:nvPr/>
        </p:nvSpPr>
        <p:spPr>
          <a:xfrm>
            <a:off x="797970" y="2529746"/>
            <a:ext cx="1058303" cy="369332"/>
          </a:xfrm>
          <a:prstGeom prst="rect">
            <a:avLst/>
          </a:prstGeom>
          <a:solidFill>
            <a:srgbClr val="0948CB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Section 5</a:t>
            </a:r>
          </a:p>
        </p:txBody>
      </p:sp>
    </p:spTree>
    <p:extLst>
      <p:ext uri="{BB962C8B-B14F-4D97-AF65-F5344CB8AC3E}">
        <p14:creationId xmlns:p14="http://schemas.microsoft.com/office/powerpoint/2010/main" val="12903941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43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0" y="2082114"/>
            <a:ext cx="5325989" cy="38115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/>
              </a:rPr>
              <a:t>Visualize the built model accuracy for all </a:t>
            </a: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/>
              </a:rPr>
              <a:t>built classification models, in a bar chart</a:t>
            </a:r>
            <a:endParaRPr lang="en-US" sz="220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endParaRPr lang="en-US" sz="2200" dirty="0">
              <a:solidFill>
                <a:schemeClr val="accent3">
                  <a:lumMod val="25000"/>
                </a:schemeClr>
              </a:solidFill>
              <a:latin typeface="Abadi" panose="020B0604020104020204" pitchFamily="34" charset="0"/>
            </a:endParaRP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Find which model has the highest classification accuracy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B68D8986-45AC-4FB5-96E8-C45F9603EB5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Classification Accuracy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94460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C985E-BCEF-DD49-BB47-C4649A79F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44</a:t>
            </a:fld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B07C49E-AFFC-EC46-8930-E4D428F5F943}"/>
              </a:ext>
            </a:extLst>
          </p:cNvPr>
          <p:cNvSpPr>
            <a:spLocks noGrp="1"/>
          </p:cNvSpPr>
          <p:nvPr>
            <p:ph type="body" sz="half" idx="4294967295"/>
          </p:nvPr>
        </p:nvSpPr>
        <p:spPr>
          <a:xfrm>
            <a:off x="770011" y="2057400"/>
            <a:ext cx="9477960" cy="381158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 dirty="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Show the confusion matrix of the best performing model with an explanation 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33106AC-60D7-46AE-8E64-7B84ABDBD099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Confusion Matrix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503423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A56319-AADE-D741-AA33-1311B7CA8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45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75054"/>
            <a:ext cx="5903913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1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2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3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Point 4</a:t>
            </a:r>
          </a:p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…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B98079A-48C6-4E10-8AB1-B940BD1E42DF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Conclusions</a:t>
            </a:r>
            <a:endParaRPr lang="en-US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12361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525D5A-386D-C541-9D42-BBDEA822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75537C-CA84-1446-933C-8E9D027F9201}" type="slidenum">
              <a:rPr lang="en-US" smtClean="0"/>
              <a:t>46</a:t>
            </a:fld>
            <a:endParaRPr lang="en-US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28684E62-A9F8-4E7A-AB01-78893062A1B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770011" y="1859522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400"/>
              </a:spcBef>
            </a:pPr>
            <a:r>
              <a:rPr lang="en-US" sz="2200">
                <a:solidFill>
                  <a:schemeClr val="accent3">
                    <a:lumMod val="25000"/>
                  </a:schemeClr>
                </a:solidFill>
                <a:latin typeface="Abadi" panose="020B0604020104020204" pitchFamily="34" charset="0"/>
              </a:rPr>
              <a:t>Include any relevant assets like Python code snippets, SQL queries, charts, Notebook outputs, or data sets that you may have created during this project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60F8A56C-5EE1-4DBF-842D-C2A130AA680E}"/>
              </a:ext>
            </a:extLst>
          </p:cNvPr>
          <p:cNvSpPr txBox="1">
            <a:spLocks/>
          </p:cNvSpPr>
          <p:nvPr/>
        </p:nvSpPr>
        <p:spPr>
          <a:xfrm>
            <a:off x="770011" y="538650"/>
            <a:ext cx="10515600" cy="5490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rgbClr val="005493"/>
                </a:solidFill>
                <a:latin typeface="IBM Plex Mono SemiBold" panose="020B0709050203000203" pitchFamily="49" charset="0"/>
                <a:ea typeface="IBM Plex Mono SemiBold" panose="020B0709050203000203" pitchFamily="49" charset="0"/>
                <a:cs typeface="IBM Plex Mono SemiBold" panose="020B0709050203000203" pitchFamily="49" charset="0"/>
              </a:defRPr>
            </a:lvl1pPr>
          </a:lstStyle>
          <a:p>
            <a:r>
              <a:rPr lang="en-US" dirty="0">
                <a:solidFill>
                  <a:srgbClr val="0B49CB"/>
                </a:solidFill>
                <a:latin typeface="Abadi"/>
              </a:rPr>
              <a:t>Appendix</a:t>
            </a:r>
            <a:endParaRPr lang="en-US" dirty="0">
              <a:solidFill>
                <a:srgbClr val="0B49C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00085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104074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CD86F56755A646AC8AFCBCBD967F21" ma:contentTypeVersion="12" ma:contentTypeDescription="Create a new document." ma:contentTypeScope="" ma:versionID="5271f8e20090c87afed7729ac71f61b2">
  <xsd:schema xmlns:xsd="http://www.w3.org/2001/XMLSchema" xmlns:xs="http://www.w3.org/2001/XMLSchema" xmlns:p="http://schemas.microsoft.com/office/2006/metadata/properties" xmlns:ns2="155be751-a274-42e8-93fb-f39d3b9bccc8" xmlns:ns3="f80a141d-92ca-4d3d-9308-f7e7b1d44ce8" targetNamespace="http://schemas.microsoft.com/office/2006/metadata/properties" ma:root="true" ma:fieldsID="cf12c133eb44377ebd94fdb7db4757b0" ns2:_="" ns3:_="">
    <xsd:import namespace="155be751-a274-42e8-93fb-f39d3b9bccc8"/>
    <xsd:import namespace="f80a141d-92ca-4d3d-9308-f7e7b1d44ce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5be751-a274-42e8-93fb-f39d3b9bcc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a141d-92ca-4d3d-9308-f7e7b1d44ce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840426-F08D-42AC-9846-A20E4AB85A26}">
  <ds:schemaRefs>
    <ds:schemaRef ds:uri="155be751-a274-42e8-93fb-f39d3b9bccc8"/>
    <ds:schemaRef ds:uri="f80a141d-92ca-4d3d-9308-f7e7b1d44ce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4DA07C5-A406-4A0D-B3E6-3856C94AC7F3}">
  <ds:schemaRefs>
    <ds:schemaRef ds:uri="http://purl.org/dc/dcmitype/"/>
    <ds:schemaRef ds:uri="http://purl.org/dc/elements/1.1/"/>
    <ds:schemaRef ds:uri="http://schemas.microsoft.com/office/2006/documentManagement/types"/>
    <ds:schemaRef ds:uri="http://purl.org/dc/terms/"/>
    <ds:schemaRef ds:uri="http://schemas.microsoft.com/office/infopath/2007/PartnerControls"/>
    <ds:schemaRef ds:uri="155be751-a274-42e8-93fb-f39d3b9bccc8"/>
    <ds:schemaRef ds:uri="f80a141d-92ca-4d3d-9308-f7e7b1d44ce8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EFDA260-DDA0-422C-B7AE-778F653FBB3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263</TotalTime>
  <Words>1441</Words>
  <Application>Microsoft Office PowerPoint</Application>
  <PresentationFormat>Widescreen</PresentationFormat>
  <Paragraphs>297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5" baseType="lpstr">
      <vt:lpstr>Abadi</vt:lpstr>
      <vt:lpstr>Arial</vt:lpstr>
      <vt:lpstr>Calibri</vt:lpstr>
      <vt:lpstr>Calibri Light</vt:lpstr>
      <vt:lpstr>IBM Plex Mono SemiBold</vt:lpstr>
      <vt:lpstr>IBM Plex Mono Text</vt:lpstr>
      <vt:lpstr>SF Pro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&lt;Title&gt;</dc:title>
  <dc:creator>YAN Luo</dc:creator>
  <cp:lastModifiedBy>Dennis</cp:lastModifiedBy>
  <cp:revision>270</cp:revision>
  <dcterms:created xsi:type="dcterms:W3CDTF">2021-04-29T18:58:34Z</dcterms:created>
  <dcterms:modified xsi:type="dcterms:W3CDTF">2026-03-06T14:44:54Z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0x010100EECD86F56755A646AC8AFCBCBD967F21</vt:lpwstr>
  </property>
</Properties>
</file>